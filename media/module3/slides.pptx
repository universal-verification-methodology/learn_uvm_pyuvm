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Design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Verification &amp; Testing Methods.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MODULE3 Topics Covered.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course repository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module3/examples/class_hierarchy/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module3/examples/phases/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module3/examples/reporting/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module3/examples/configdb/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module3/examples/factory/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Hands-on: module3/examples/objections/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4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4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4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4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  <a:defRPr sz="4000" b="1">
                <a:solidFill>
                  <a:srgbClr val="1A1A2E"/>
                </a:solidFill>
                <a:latin typeface="Calibri"/>
              </a:defRPr>
            </a:pPr>
            <a:r>
              <a:t>Module 3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  <a:defRPr sz="2600" b="0">
                <a:solidFill>
                  <a:srgbClr val="333333"/>
                </a:solidFill>
                <a:latin typeface="Calibri"/>
              </a:defRPr>
            </a:pPr>
            <a:r>
              <a:t>UVM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class hierarchy and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See module README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Learning path</a:t>
            </a:r>
          </a:p>
        </p:txBody>
      </p:sp>
      <p:pic>
        <p:nvPicPr>
          <p:cNvPr id="3" name="Picture 2" descr="learning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Master UVM class hierarchy and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This module introduces the Universal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Methodology (UVM) and its implementation in pyuvm…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Design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RTL / block architecture</a:t>
            </a:r>
          </a:p>
        </p:txBody>
      </p:sp>
      <p:pic>
        <p:nvPicPr>
          <p:cNvPr id="3" name="Picture 2" descr="rtl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DUT structure and key interfaces (see common_dut/rtl/).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Verification environment architecture</a:t>
            </a:r>
          </a:p>
        </p:txBody>
      </p:sp>
      <p:pic>
        <p:nvPicPr>
          <p:cNvPr id="3" name="Picture 2" descr="verific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UVM layers, agents, and checkers for this phase.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RTL and 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Primary DUT: `module3/dut/simple_blocks/adder.v` —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combinational operands and sum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Clock/reset scaffolding for pyuvm tests that mirror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industry TB hooks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Flat block; no protocol channels — focus stays 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UVM structure, not bus complexity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testbench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Hierarchy: `uvm_test` → `uvm_env` → `uvm_agent`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(driver, monitor, sequencer) →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`uvm_sequence_item` / `uvm_sequence` carry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transactions; driver converts items to pin wiggles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ConfigDB publishes virtual interfaces and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before `build_phase`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+ objections control creation and phase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lifetime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Module layout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`module3/examples/` — isolated API demos (phases,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reporting, configdb, factory, objections)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`module3/tests/pyuvm_tests/` — integrated `make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SIM=verilator TEST=test_simple_uvm`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Verification &amp; testing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Testing and closure flow</a:t>
            </a:r>
          </a:p>
        </p:txBody>
      </p:sp>
      <p:pic>
        <p:nvPicPr>
          <p:cNvPr id="3" name="Picture 2" descr="test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128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3: how tests, checks, and metrics close verification goals.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Phase-based test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→ connect → end_of_elaboration →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start_of_simulation → run → extract → report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Objections in run phase prevent premature finish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until sequences complete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 verbosity filters debug vs error 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Stimulus and checking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Directed sequences on adder operands; monitor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samples outputs for scoreboard hooks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overrides swap test/agent types without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editing hierarchy code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ConfigDB sets agent active/passive and interface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handles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`./scripts/module3.sh --check` and per-topic flags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(`--phases`, `--factory`, …)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Pass when simulation report shows UVM TEST PASSED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and no fatal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Assessment: class hierarchy, phases, configdb,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      factory,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Syllabus topics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UVM?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Universal Verification Methodology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Industry standard for verification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Methodology vs library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History and evolution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UVM?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Reusability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Standardization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Scalability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Maintainability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in Python (pyuvm)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Python implementation of UVM 1.2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1. Introduction to UVM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Advantages over SystemVerilog UVM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Compatibility and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Class Hierarchy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Base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`uvm_object` - Base for all UVM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`uvm_component` - Base for all UVM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Differences and use cases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`uvm_test` - Top-level test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Class Hierarchy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`uvm_env` - Environment container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`uvm_agent` - Agent (driver, monitor, sequencer)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`uvm_driver` - Drives transactions to DUT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`uvm_monitor` - Monitors DUT signals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`uvm_sequencer` - Manages sequences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`uvm_scoreboard` - Checks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Class Hierarchy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Classes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`uvm_sequence_item` - Transaction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`uvm_sequence` - Sequence of transactions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`uvm_config_object` -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Class Relationships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Inheritance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2. UVM Class Hierarchy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Composition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(1/6)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phases exist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execution order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synchronization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types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Build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(2/6)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`build_phase()` - Component construction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`connect_phase()` - Component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`end_of_elaboration_phase()` - Final setup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`run_phase()` - Main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`pre_reset_phase()` - Before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(3/6)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`reset_phase()` - Reset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`post_reset_phase()` - After reset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`pre_configure_phase()` - Before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`configure_phase()` -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`post_configure_phase()` - After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`pre_main_phase()` - Before main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(4/6)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`main_phase()` - Main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`post_main_phase()` - After main test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`pre_shutdown_phase()` - Before shutdown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`shutdown_phase()` - Shutdown sequence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`post_shutdown_phase()` - After shutdown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 Phases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(5/6)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`extract_phase()` - Extract results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`check_phase()` - Final checks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`report_phase()` - Generate reports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`final_phase()` - Final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Synchronous phases (build, connect)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3. UVM Phases (6/6)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Asynchronous phases (run phases)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System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UVM messaging system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Severity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levels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Message formatting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Severity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System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`UVM_FATAL` - Fatal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`UVM_ERROR` - Errors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`UVM_WARNING` - Warnings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`UVM_INFO` - Informational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`UVM_DEBUG` - Debug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System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`UVM_NONE` - No messages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`UVM_LOW` - Low verbosity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`UVM_MEDIUM` - Medium verbosity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`UVM_HIGH` - High verbosity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`UVM_FULL` - Full verbosity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`UVM_DEBUG` - Debug verbosity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System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`self.logger.info()`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`self.logger.warning()`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`self.logger.error()`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`self.logger.fatal()`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Message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4. UVM Reporting System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Verbosity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Configuration Database (ConfigDB)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ConfigDB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ConfigDB?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use ConfigDB?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Setting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`ConfigDB().set()`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Configuration Database (ConfigDB)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paths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objects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Scalar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Getting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`ConfigDB().get()`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Configuration Database (ConfigDB)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Default values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checking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5. UVM Configuration Database (ConfigDB) (4/4)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Hierarchical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the factory?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use factory?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benefits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Usage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Type registration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6. Factory Pattern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Override mechanism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Factory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First UVM Test Class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class definition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Inheriting from `uvm_test`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Required methods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Creation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First UVM Test Class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Creating environment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`run_phase()` implementation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7. First UVM Test Class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Environment Structure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Basics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is environment?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purpose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Agent instantiation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Environment Structure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Scoreboard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Coverage instantiation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Other components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connections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Analysis port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8. Environment Structure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TLM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Objection Mechanism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Objections Overview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What are objections?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Why objections?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 lifecycle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Using Objections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`raise_objection()`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Objection Mechanism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`drop_objection()`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 timing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objections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Objection Patterns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objections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Sequence 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9. Objection Mechanism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Component objections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UVM Test Execution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Flow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startup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completion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Cleanup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Running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UVM Test Execution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`uvm_root().run_test()`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parameters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execution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Organization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Multiple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10. UVM Test Execution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inheritance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libraries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Hands-on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Module 3 self-check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./scripts/module3.sh --check</a:t>
            </a:r>
          </a:p>
        </p:txBody>
      </p:sp>
      <p:pic>
        <p:nvPicPr>
          <p:cNvPr id="4" name="Picture 3" descr="module3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 scaffold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./scripts/module3.sh --scaffold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Class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</a:t>
            </a:r>
          </a:p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      module3/examples/class_hierarchy/class_hierarchy_example.py</a:t>
            </a:r>
          </a:p>
        </p:txBody>
      </p:sp>
      <p:pic>
        <p:nvPicPr>
          <p:cNvPr id="4" name="Picture 3" descr="ex01_class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UVM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module3/examples/phases/phases_example.py</a:t>
            </a:r>
          </a:p>
        </p:txBody>
      </p:sp>
      <p:pic>
        <p:nvPicPr>
          <p:cNvPr id="4" name="Picture 3" descr="ex02_ph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UVM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module3/examples/reporting/reporting_example.py</a:t>
            </a:r>
          </a:p>
        </p:txBody>
      </p:sp>
      <p:pic>
        <p:nvPicPr>
          <p:cNvPr id="4" name="Picture 3" descr="ex03_repor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ConfigDB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module3/examples/configdb/configdb_example.py</a:t>
            </a:r>
          </a:p>
        </p:txBody>
      </p:sp>
      <p:pic>
        <p:nvPicPr>
          <p:cNvPr id="4" name="Picture 3" descr="ex04_configd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Factory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module3/examples/factory/factory_example.py</a:t>
            </a:r>
          </a:p>
        </p:txBody>
      </p:sp>
      <p:pic>
        <p:nvPicPr>
          <p:cNvPr id="4" name="Picture 3" descr="ex05_fa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Demo: Objection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200"/>
              </a:spcAft>
              <a:defRPr sz="2000" b="0">
                <a:solidFill>
                  <a:srgbClr val="333333"/>
                </a:solidFill>
                <a:latin typeface="Consolas"/>
              </a:defRPr>
            </a:pPr>
            <a:r>
              <a:t>$ .venv/bin/python module3/examples/objections/objections_example.py</a:t>
            </a:r>
          </a:p>
        </p:txBody>
      </p:sp>
      <p:pic>
        <p:nvPicPr>
          <p:cNvPr id="4" name="Picture 3" descr="ex06_obje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65960"/>
            <a:ext cx="7071358" cy="39776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0"/>
            <a:ext cx="1106424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defRPr sz="3600" b="1">
                <a:solidFill>
                  <a:srgbClr val="1A1A2E"/>
                </a:solidFill>
                <a:latin typeface="Calibri"/>
              </a:defRPr>
            </a:pPr>
            <a:r>
              <a:t>Practice &amp;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Exercises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Test Class Creation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Environment Structure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Configuration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Phase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Assessment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UVM methodology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explain class hierarchy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all UVM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UVM reporting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Can use ConfigDB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Understands factory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defRPr sz="2800" b="1">
                <a:solidFill>
                  <a:srgbClr val="1A1A2E"/>
                </a:solidFill>
                <a:latin typeface="Calibri"/>
              </a:defRPr>
            </a:pPr>
            <a:r>
              <a:t>Summary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Master UVM class hierarchy and phases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Complete module3/CHECKLIST.md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Run ./scripts/module3.sh --check</a:t>
            </a:r>
          </a:p>
          <a:p>
            <a:pPr>
              <a:lnSpc>
                <a:spcPts val="2200"/>
              </a:lnSpc>
              <a:spcAft>
                <a:spcPts val="1000"/>
              </a:spcAft>
              <a:defRPr sz="2000" b="0">
                <a:solidFill>
                  <a:srgbClr val="333333"/>
                </a:solidFill>
                <a:latin typeface="Calibri"/>
              </a:defRPr>
            </a:pPr>
            <a:r>
              <a:t>• Next: Next module in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learn_uvm_pyuvm / Module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