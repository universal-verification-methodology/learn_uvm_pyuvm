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docs/MODULE3.md — read guides before running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while running module3/EXAMPLES.md labs.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detail in docs/MODULE3.md command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detail in docs/MODULE3.md command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detail in docs/MODULE3.md command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module3/examples/class_hierarchy/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module3/examples/phases/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module3/examples/reporting/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module3/examples/configdb/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module3/examples/factory/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module3/examples/objections/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5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5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3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UVM Basics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UVM class hierarchy and phases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Master UVM class hierarchy and phases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introduces the Universal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Methodology (UVM) and its implementation in pyuvm…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How to learn this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Suggested learning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Solid cocotb skills from Module 2 — you will reuse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trigger timing inside pyuvm drivers later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Read `module3/dut/simple_blocks/adder.v`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combinational operands `a`, `b`, output `sum`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Step through `module3/examples/phases/`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`class_hierarchy/` before integrated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`test_simple_uvm.p…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UVM phase order: build → connect → run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(with objections) → report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ConfigDB and factory examples are isolated; run them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before merging concepts in the pyuvm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RTL and interfaces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Primary DUT: `module3/dut/simple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_blocks/adder.v` — combinational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operands and sum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Clock/reset scaffolding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pyuvm tests that mirror industry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TB hooks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Flat block; no protocol channels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— focus stays on UVM structure,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not bus complexity</a:t>
            </a:r>
          </a:p>
        </p:txBody>
      </p:sp>
      <p:pic>
        <p:nvPicPr>
          <p:cNvPr id="4" name="Picture 3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testbench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Hierarchy: `uvm_test`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`uvm_env` → `uvm_agent` (driver,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monitor, sequencer) →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`uvm_sequence_item` 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`uvm_sequence` carry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transactions; driver converts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items to pin wiggles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ConfigDB publishes virtual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interfaces and parameters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`build_phase`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+ objections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creation and phase lifetime</a:t>
            </a:r>
          </a:p>
        </p:txBody>
      </p:sp>
      <p:pic>
        <p:nvPicPr>
          <p:cNvPr id="4" name="Picture 3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Execution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Build: Verilator compiles adder RTL; pyuvm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`build_phase` constructs test/env/agent/component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Connect: TLM ports linked in `connect_phase`;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ConfigDB delivers virtual interface handles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driver…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Sim/run: sequences start on sequencer; driver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applies operands; objections hold run phase until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Check/report: monitor samples `sum`; UVM report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phase summarizes errors; expect UVM TEST PASSED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Module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`module3/examples/` — isolated API demos (phases,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reporting, configdb, factory, objections)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`module3/tests/pyuvm_tests/` — integrated `make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SIM=verilator TEST=test_simple_uvm` flows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Each example directory has its own Makefile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incremental learning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Assessment maps each example topic to integrated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 behaviors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DUT — 8-bit adder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module adder (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wire       clk,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wire       rst_n,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wire [7:0] a,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wire [7:0] b,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output reg  [7:0] sum,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output reg        carry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always @(posedge clk or negedge rst_n) begin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if (!rst_n) begin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sum &lt;= 8'h00;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carry &lt;= 1'b0;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end else begin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{carry, sum} &lt;= a + b;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end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UVM transaction item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class AdderTransaction(uvm_sequence_item):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"""Transaction for adder test."""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def __init__(self, name="AdderTransaction"):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super().__init__(name)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self.a = 0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self.b = 0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self.expected_sum = 0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self.expected_carry = 0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def __str__(self):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return (f"a=0x{self.a:02X}, b=0x{self.b:02X}, 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    f"expected_sum=0x{self.expected_sum:02X}, 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    f"expected_carry={self.expected_carry}")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Key files to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Open these in the repo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`module3/dut/simple_blocks/adder.v` — primary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combinational DUT for UVM structure labs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`module3/examples/phases/phases_example.py` — 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callbacks and simulation lifetime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`module3/examples/configdb/configdb_example.py`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virtual interface and parameter publishing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`module3/examples/factory/factory_example.py` — type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overrides without hierarchy edits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`module3/tests/pyuvm_tests/test_simple_uvm.py`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integrated test → env → agent → adder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`scripts/module3.sh` — per-topic flags (`--phases`,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`--factory`, …) plus `--pyuvm-tests`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Phase-based test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 → connect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end_of_elaboration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start_of_simulation → run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extract → report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Objections in run phase prevent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premature finish until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complete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Reporting verbosity filters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debug vs error messages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Stimulus and checking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Directed sequences on adder operands; monitor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samples outputs for scoreboard hooks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overrides swap test/agent types without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editing hierarchy code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ConfigDB sets agent active/passive and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handles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Step-by-step lab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1. API drills: `./scripts/module3.sh --class-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hierarchy --phases --configdb`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2. Factory/objections: `./scripts/module3.sh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--factory --objections`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3. Integrated test: `./scripts/module3.sh --pyuvm-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tests` (or `make TEST=test_simple_uvm`)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4. Confirm simulation log shows phase progression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no UVM_ERROR/FATAL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5. Optional: factory override exercise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examples, re-run integrated test to observe swapped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typ…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Closure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`./scripts/module3.sh --pyuvm-tests` and per-topic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flags (`--phases`, `--factory`, …)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Pass when simulation report shows UVM TEST PASSED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no fatal errors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Assessment: class hierarchy, phases, configdb,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factory, objections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Introduction to UVM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is UVM?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Universal Verification Methodology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Industry standard for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Methodology vs library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History and evolution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 UVM?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Introduction to UVM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Standardization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Scalability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Maintainability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in Python (pyuvm)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Python implementation of UVM 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Introduction to UVM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Advantages over SystemVerilog UVM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Compatibility and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Class Hierarchy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Base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`uvm_object` - Base for all UVM objects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`uvm_component` - Base for all UVM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Differences and use cases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`uvm_test` - Top-level test 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Class Hierarchy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`uvm_env` - Environment container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`uvm_agent` - Agent (driver, monitor, sequencer)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`uvm_driver` - Drives transactions to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`uvm_monitor` - Monitors DUT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`uvm_sequencer` - Manages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`uvm_scoreboard` - Checks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Class Hierarchy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`uvm_sequence_item` - Transaction objects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`uvm_sequence` - Sequence of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`uvm_config_object` - Configuration objects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Relationships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Inheritance hierarchy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Class Hierarchy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Composition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Phases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Overview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 phases exist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execution order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 Phases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Phases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`build_phase()` - Component construction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`connect_phase()` - Component connections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`end_of_elaboration_phase()` - Final setup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`run_phase()` - Main test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`pre_reset_phase()` - Before reset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Phases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`reset_phase()` - Reset 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`post_reset_phase()` - After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`pre_configure_phase()` - Before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`configure_phase()` -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`post_configure_phase()` - After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`pre_main_phase()` - Before main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Phases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`main_phase()` - Main test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`post_main_phase()` - After main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`pre_shutdown_phase()` - Before shutdown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`shutdown_phase()` - Shutdown 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`post_shutdown_phase()` - After shutdown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Cleanup Phases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Phases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`extract_phase()` - Extract results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`check_phase()` - Final checks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`report_phase()` - Generate reports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`final_phase()` - Final cleanup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Synchronous phases (build, connect)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Phases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Asynchronous phases (run phases)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ordering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Reporting System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Reporting Overview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messaging system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Severity levels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Verbosity levels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Message formatting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Severity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Reporting System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`UVM_FATAL` - Fatal errors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`UVM_ERROR` - Errors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`UVM_WARNING` - Warnings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`UVM_INFO` - Informational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`UVM_DEBUG` - Debug messages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Verbosity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Reporting System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`UVM_NONE` - No messages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`UVM_LOW` - Low verbosity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`UVM_MEDIUM` - Medium verbosity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`UVM_HIGH` - High verbosity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`UVM_FULL` - Full verbosity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`UVM_DEBUG` - Debug verbosity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Reporting System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`self.logger.info()`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`self.logger.warning()`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`self.logger.error()`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`self.logger.fatal()`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Message formatting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Reporting System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Verbosity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UVM Configuration Database (ConfigDB)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ConfigDB Overview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is ConfigDB?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 use ConfigDB?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Setting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`ConfigDB().set()`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UVM Configuration Database (ConfigDB)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paths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objects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Scalar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Getting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`ConfigDB().get()`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lookup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UVM Configuration Database (ConfigDB)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Default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UVM Configuration Database (ConfigDB)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Hierarchical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Factory Pattern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Overview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is the factory?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 use factory?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benefits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Type registration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Factory Pattern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Override mechanism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First UVM Test Class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class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Inheriting from `uvm_test`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Required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Creation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First UVM Test Class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Creating environment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instantiation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`run_phase()`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Objection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First UVM Test Class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flow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Environment Structure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Basics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is environment?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purpose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instantiation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Environment Structure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instantiation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instantiation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Other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Connections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connections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port connections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Environment Structure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connections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Objection Mechanism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Objections Overview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are objections?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 objections?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Objection lifecycle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Objections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`raise_objection()`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Objection Mechanism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`drop_objection()`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Objection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objections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Objection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objections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objections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Objection Mechanism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objections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UVM Test Execution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Flow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startup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completion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Cleanup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Running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UVM Test Execution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`uvm_root().run_test()`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selection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parameters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UVM Test Execution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inheritance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libraries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Command reference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Isolated UVM API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`./scripts/module3.sh --phases --reporting` — 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verbosity drills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`./scripts/module3.sh --configdb --factory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--objections` — ConfigDB, factory, objection tracks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`./scripts/module3.sh --class-hierarchy` —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tree and TLM port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Integrated pyuvm simulation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`./scripts/module3.sh --pyuvm-tests` — default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integrated regression against adder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`cd module3/tests/pyuvm_tests &amp;&amp; make SIM=verilator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TEST=test_simple_uvm` — direct Make debug path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`./scripts/module3.sh --skip-examples --pyuvm-tests`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— jump to integrated test when API drills are…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Verbosity and overrides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 `PYUVM_VERBOSITY` or plusargs (when supported)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 filter UVM report noise during debug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overrides in examples swap test/agent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— mirror pattern in integrated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Re-run single example Make target under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`module3/examples/&lt;topic&gt;/` for fast iteration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3 orchestrator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./scripts/module3.sh --help</a:t>
            </a:r>
          </a:p>
        </p:txBody>
      </p:sp>
      <p:pic>
        <p:nvPicPr>
          <p:cNvPr id="4" name="Picture 3" descr="module3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./scripts/module3.sh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Class Hierarchy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module3/examples/class_hierarchy/class_hierarchy_example.py</a:t>
            </a:r>
          </a:p>
        </p:txBody>
      </p:sp>
      <p:pic>
        <p:nvPicPr>
          <p:cNvPr id="4" name="Picture 3" descr="ex01_class_hierarc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UVM Phases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 module3/examples/phases/phases_example.py</a:t>
            </a:r>
          </a:p>
        </p:txBody>
      </p:sp>
      <p:pic>
        <p:nvPicPr>
          <p:cNvPr id="4" name="Picture 3" descr="ex02_ph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UVM Reporting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 module3/examples/reporting/reporting_example.py</a:t>
            </a:r>
          </a:p>
        </p:txBody>
      </p:sp>
      <p:pic>
        <p:nvPicPr>
          <p:cNvPr id="4" name="Picture 3" descr="ex03_repor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ConfigDB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 module3/examples/configdb/configdb_example.py</a:t>
            </a:r>
          </a:p>
        </p:txBody>
      </p:sp>
      <p:pic>
        <p:nvPicPr>
          <p:cNvPr id="4" name="Picture 3" descr="ex04_config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Factory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 module3/examples/factory/factory_example.py</a:t>
            </a:r>
          </a:p>
        </p:txBody>
      </p:sp>
      <p:pic>
        <p:nvPicPr>
          <p:cNvPr id="4" name="Picture 3" descr="ex05_fa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Objection 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 module3/examples/objections/objections_example.py</a:t>
            </a:r>
          </a:p>
        </p:txBody>
      </p:sp>
      <p:pic>
        <p:nvPicPr>
          <p:cNvPr id="4" name="Picture 3" descr="ex06_obje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UVM methodology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Explain UVM class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and use UVM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UVM reporting effectively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ConfigDB for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factory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UVM test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 UVM environments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objection mechanism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Execute UVM tests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class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Basic phases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Objection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Class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Understands UVM methodology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explain class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Understands all UVM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use UVM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use ConfigDB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Understands factory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UVM class hierarchy and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module3/CHECKLIST.md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module3/EXAMPLES.md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