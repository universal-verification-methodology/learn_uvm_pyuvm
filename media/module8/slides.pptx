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module8/examples/clp/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module8/examples/comparators/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module8/examples/recorders/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module8/examples/pools/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module8/examples/queues/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module8/examples/string_utils/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module8/examples/math_utils/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module8/examples/random_utils/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module8/examples/integration/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8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0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3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54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5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5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5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8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UVM Miscellaneous Utilities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UVM utility classes and helper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UVM utility classes and helper functions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covers the miscellaneous utilities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provided by UVM that support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environmen…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/ block architecture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8: DUT structure and key interfaces (see common_dut/rtl/).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environment architecture</a:t>
            </a:r>
          </a:p>
        </p:txBody>
      </p:sp>
      <p:pic>
        <p:nvPicPr>
          <p:cNvPr id="3" name="Picture 2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8: UVM layers, agents, and checkers for this phase.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Utility layer in the testbench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new large DUT focus — utilities plug into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existing envs from prior modules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 (`uvm_cmdline_processor`) configures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without recompilation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Comparators, recorders, pools, queues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analysis and debug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How utilities attach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Comparators sit on analysis ports beside scoreboards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Recorders log transactions to files for offline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Pools/queues manage recycled objects and ordered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work lists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String/math/random helpers reduce boilerplate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checks and stimulus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Integration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`module8/examples/integration/` wires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utilities in one mini-env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Tests under `module8/tests/pyuvm_tests/` prove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utilities under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configure via CLP → run sequence → compare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→ record →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Testing and closure flow</a:t>
            </a:r>
          </a:p>
        </p:txBody>
      </p:sp>
      <p:pic>
        <p:nvPicPr>
          <p:cNvPr id="3" name="Picture 2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8: how tests, checks, and metrics close verification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Utility-focused test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Comparator tests: equal/less/greater policies 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 streams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Recorder tests: verify log format and flush on 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boundaries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 tests: plusargs override seed, verbosity,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Efficiency and reuse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 pools cut allocation churn in high-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 regressions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Queues order deferred checks or secondary stimulus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Random/string/math utils keep constraints readable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 sequences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`./scripts/module8.sh --check` across all utility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Assessment: CLP, comparators, recorders, pools,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queues,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Capstone: combine utilities with Module 6/7 style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envs in your own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Command Line Processor (CLP)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Command Line Processor Overview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CLP?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 use CLP?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 benefits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 vs manual argument parsing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 Usage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Command Line Processor (CLP)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Getting command-line arguments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Argument types (string, int, bit, time)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Default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Argument validation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`get_arg_value()` - Get argument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Command Line Processor (CLP)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`get_arg_values()` - Get multiple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`get_arg_count()` - Get argument count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`has_arg()` - Check if argument exists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CLP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configuration via command line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 control via command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UVM Command Line Processor (CLP)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control via command line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Comparators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Comparator Overview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are comparators?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Comparator purpose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use comparators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Comparator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Built-in Comparators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Comparators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`uvm_in_order_comparator` - In-order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`uvm_algorithmic_comparator` - Algorithmic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Comparator characteristics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Comparator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In-Order Comparator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Comparators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matching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Comparison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Algorithmic Comparator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Custom comparison algorithms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Flexible matching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Comparators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Comparison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cases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Comparator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Creating comparators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Connecting comparators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Configuring comparators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UVM Comparators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comparators in scoreboards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Recorders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Recorder Overview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are recorders?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Recorder purpose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recording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Recording benefits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Recorder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Recorders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`uvm_text_recorder` - Text recording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`uvm_tr_database` - Transaction database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Recording formats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Recording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Recorder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Enabling recording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Recorders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Recording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Recording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Recording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Recording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Recording sequence items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Recording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Recorders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Recording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Recording relationships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Recorder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Creating recorders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Connecting recorders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Configuring recorders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UVM Recorders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Analyzing recordings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Pools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 Pool Overview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are pools?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 purpose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 reuse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benefits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Pools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`uvm_pool` - Generic object pool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 characteristics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 use cases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Creating pools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Pools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Adding objects to pools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Getting objects from pools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 allocation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Pools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 deallocation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 cleanup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pooling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item pooling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UVM Pools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Memory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UVM Queues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Overview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are queues?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purpose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vs list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benefits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UVM Queues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`uvm_queue` - Generic queue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characteristics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use cases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Creating queues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UVM Queues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Adding items to queues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Removing items from queues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UVM Queues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iteration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cleanup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queues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queues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Buffer queues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UVM Queues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UVM String Utilities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Utility Overview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manipulation needs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string utilities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Utility benefits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use utilities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UVM String Utilities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formatting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conversion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manipulation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Utility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string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UVM String Utilities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Formatting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Conversion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Utility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UVM Math Utilities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Math Utility Overview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Mathematical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math utilities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Utility benefits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use utilities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Math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UVM Math Utilities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number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Statistical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Mathematical utilities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Math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Math Utility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math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UVM Math Utilities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Statistical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Utility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UVM Random Utilities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Utility Overview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number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random utilities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Randomization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UVM Random Utilities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value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Constrained random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seeds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Utility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number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UVM Random Utilities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Seed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state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Utility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UVM Primitives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Primitive Overview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are primitives?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Primitive purpose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Primitive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Primitive use cases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Primitive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UVM Primitives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primitives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Primitive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Primitive characteristics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Primitive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Primitive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primitives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9. UVM Primitives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Primitive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Primitive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Primitive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UVM Macros (Python Context)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Macro Overview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Macros in SystemVerilog vs Python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Python alternatives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Utility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Helper decorators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Python Equivalents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10. UVM Macros (Python Context)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Macro alternatives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Utility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Decorator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Helper classes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11. Utility Integration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Utilities in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use utilities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Utility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Utility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Utility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Utility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11. Utility Integration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Utility usage guidelines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considerations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Memory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Utility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Utility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Command-line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11. Utility Integration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recording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8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./scripts/module8.sh --check</a:t>
            </a:r>
          </a:p>
        </p:txBody>
      </p:sp>
      <p:pic>
        <p:nvPicPr>
          <p:cNvPr id="4" name="Picture 3" descr="module8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Command Line Processor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module8/examples/clp/clp_example.py</a:t>
            </a:r>
          </a:p>
        </p:txBody>
      </p:sp>
      <p:pic>
        <p:nvPicPr>
          <p:cNvPr id="4" name="Picture 3" descr="ex01_c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Comparators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module8/examples/comparators/comparator_example.py</a:t>
            </a:r>
          </a:p>
        </p:txBody>
      </p:sp>
      <p:pic>
        <p:nvPicPr>
          <p:cNvPr id="4" name="Picture 3" descr="ex02_compara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Recorders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module8/examples/recorders/recorder_example.py</a:t>
            </a:r>
          </a:p>
        </p:txBody>
      </p:sp>
      <p:pic>
        <p:nvPicPr>
          <p:cNvPr id="4" name="Picture 3" descr="ex03_rec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module8/examples/pools/pool_example.py</a:t>
            </a:r>
          </a:p>
        </p:txBody>
      </p:sp>
      <p:pic>
        <p:nvPicPr>
          <p:cNvPr id="4" name="Picture 3" descr="ex04_p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Queues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module8/examples/queues/queue_example.py</a:t>
            </a:r>
          </a:p>
        </p:txBody>
      </p:sp>
      <p:pic>
        <p:nvPicPr>
          <p:cNvPr id="4" name="Picture 3" descr="ex05_que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String Utilities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module8/examples/string_utils/string_utils_example.py</a:t>
            </a:r>
          </a:p>
        </p:txBody>
      </p:sp>
      <p:pic>
        <p:nvPicPr>
          <p:cNvPr id="4" name="Picture 3" descr="ex06_string_ut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Math Utilities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module8/examples/math_utils/math_utils_example.py</a:t>
            </a:r>
          </a:p>
        </p:txBody>
      </p:sp>
      <p:pic>
        <p:nvPicPr>
          <p:cNvPr id="4" name="Picture 3" descr="ex07_math_ut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Random Utilities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module8/examples/random_utils/random_utils_example.py</a:t>
            </a:r>
          </a:p>
        </p:txBody>
      </p:sp>
      <p:pic>
        <p:nvPicPr>
          <p:cNvPr id="4" name="Picture 3" descr="ex08_random_ut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Utility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.venv/bin/python module8/examples/integration/integration_example.py</a:t>
            </a:r>
          </a:p>
        </p:txBody>
      </p:sp>
      <p:pic>
        <p:nvPicPr>
          <p:cNvPr id="4" name="Picture 3" descr="ex09_inte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Command Line Processor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Comparator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Recorder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Pool and Queue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Utility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Command Line Processor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implement and use comparators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recorders effectively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pools for object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queues for data structures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string and math utilities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UVM utility classes and helper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module8/CHECKLIST.md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./scripts/module8.sh --check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learn_uvm_pyuvm / Module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