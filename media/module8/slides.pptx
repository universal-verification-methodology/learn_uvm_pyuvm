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docs/MODULE8.md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module8/EXAMPLES.md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docs/MODULE8.md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docs/MODULE8.md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docs/MODULE8.md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module8/examples/clp/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module8/examples/comparators/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module8/examples/recorders/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module8/examples/pools/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module8/examples/queues/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module8/examples/string_utils/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module8/examples/math_utils/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module8/examples/random_utils/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module8/examples/integration/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6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8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UVM Miscellaneous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UVM utility classes and helper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UVM utility classes and helper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the miscellaneous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provided by UVM that support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4–7 env patterns should be fresh —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attach to analysis ports and phase hooks you 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new large DUT focus;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`module8/dut/dma/simple_dma.v` reuses DMA block as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lightweight integratio…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CLP example first — plusargs configure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without recompilation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Study comparators and recorders on analysis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pools/queues efficiency labs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Capstone: `integration/` wires multiple utilities;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`test_utilities.py` proves them under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Utility layer in the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new large DUT focus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utilities plug into existing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envs from prior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(`uvm_cmdline_processor`)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configures tests without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Comparators, recorders, pools,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queues support analysis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debug infrastructure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String/math/random helpers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reduce boilerplate in checks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How utilities attach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Comparators sit on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ports beside scoreboards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Recorders log transactions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files for offline review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Pools/queues manage recycled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objects and ordered work lists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reads plusargs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build/run to select tests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verbosity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Build: standard Verilator compile;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instantiate during env build like other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Connect: comparators/recorders tap monitor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ports alongside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Sim: CLP-selected sequences run; recorders flush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phase boundaries; pools recycle transaction obj…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comparators flag ordering/equality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violations; logs + UVM report provide offline audit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`module8/examples/integration/` wires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utilities in one mini-env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Tests under `module8/tests/pyuvm_tests/` prove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utilities under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configure via CLP → run sequence → compare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→ record →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Reuse utilities in Module 6/7 style envs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capstone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Comparator on analysis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8 Example 8.2: UVM Comparators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Demonstrates using comparators for transaction comparison 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scoreboards.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pyuvm import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Explicitly import uvm_analysis_imp - it may not be exported by from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pyuvm import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Try multiple possible import paths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_uvm_analysis_imp = None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try: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# First try: check if it's in the namespace after from pyuvm import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_uvm_analysis_imp = globals()['uvm_analysis_imp']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except KeyError: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# Second try: import from pyuvm module directly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import pyuvm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`module8/examples/clp/clp_example.py`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`uvm_cmdline_processor` plusarg parsing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`module8/examples/comparators/comparator_example.py`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equal/less/greater compare policies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`module8/examples/recorders/recorder_example.py`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logging to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`module8/examples/pools/pool_example.py`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`queues/queue_example.py` — object reuse and ordered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`module8/examples/integration/integration_example.py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 — multi-utility mini-env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`module8/tests/pyuvm_tests/test_utilities.py`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simulated proof of utility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Utility-focused test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tests: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equal/less/greater policies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streams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tests: verify 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format and flush on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boundaries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tests: plusargs override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seed, verbosity, and test name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Efficiency and 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pools cut allocation churn in high-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regressions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Queues order deferred checks or secondary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Random/string/math utils keep constraints readable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Step-by-step lab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1. CLP: `./scripts/module8.sh --clp` — exercise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plusarg overrides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2. Compare/record: `./scripts/module8.sh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--comparators --recorders`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3. Pools/queues: `./scripts/module8.sh --pools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--queues`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4. Helpers: `./scripts/module8.sh --string-utils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--math-utils --random-utils`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5. Capstone: `./scripts/module8.sh --integration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--pyuvm-tests` — full utility integration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`./scripts/module8.sh --pyuvm-tests` across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utility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Assessment: CLP, comparators, recorders, pools,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queues,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Capstone: combine utilities with Module 6/7 style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envs in your own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CLP plusarg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8 Example 8.1: Command Line Processor (CLP)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Demonstrates using UVM Command Line Processor for test configuration.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pyuvm import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 sys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 cocotb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cocotb.triggers import Timer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CLPTransaction(uvm_sequence_item):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"""Transaction for CLP example."""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def __init__(self, name="CLPTransaction"):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super().__init__(name)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Command Line Processor (CLP)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 Line Processor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CLP?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use CLP?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vs manual argument parsing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Command Line Processor (CLP)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Getting command-line arguments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Argument types (string, int, bit, time)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Default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Argument validation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`get_arg_value()` - Get argument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Command Line Processor (CLP)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`get_arg_values()` - Get multiple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`get_arg_count()` - Get argument count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`has_arg()` - Check if argument exists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configuration via command 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control via command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Command Line Processor (CLP)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control via command 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Comparators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comparators?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Comparators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Comparators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`uvm_in_order_comparator` - In-order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`uvm_algorithmic_comparator` - Algorithmic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characteristics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In-Order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Comparators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Algorithmic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comparison algorithms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Flexible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Comparators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Connecting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Configuring comparators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Comparators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comparators in scoreboards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Recorders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recorders?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Recorders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`uvm_text_recorder` - Text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`uvm_tr_database` - Transaction database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formats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Enabling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Recorders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sequence items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Recorders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recorders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Connecting recorders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Configuring recorders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Recorders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Analyzing recordings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Pools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Pool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pools?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Pools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`uvm_pool` - Generic object pool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characteristics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use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pools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Pools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Adding objects to pools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Getting objects from pools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Pools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deallocation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cleanup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pooling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item pooling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Pools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Queues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queues?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vs list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Queues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`uvm_queue` - Generic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characteristics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use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Queues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Adding items to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Removing items from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Queues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iteration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cleanup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Buffer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Queues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UVM String Utilities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Utility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manipulation needs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string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UVM String Utilities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conversion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manipulation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Utility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string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UVM String Utilities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Formatting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Conversion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UVM Math Utilities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 Utility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Mathematical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math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UVM Math Utilities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number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Statistical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Mathematical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 Utility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math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UVM Math Utilities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Statistical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UVM Random Utilities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Utility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number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random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Randomization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UVM Random Utilities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value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 random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seeds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Utility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number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UVM Random Utilities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state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UVM Primitives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primitives?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use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UVM Primitives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primitives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characteristics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UVM Primitives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Primitive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UVM Macros (Python Context)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Macro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Macros in SystemVerilog vs Python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alternatives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Helper decorators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Equivalents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UVM Macros (Python Context)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Macro alternatives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Decorator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Helper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Utility Integration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Utilities 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Utility Integration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usage guidelines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considerations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Utility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Utility Integration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Core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`./scripts/module8.sh --clp --comparators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--recorders` — configure, compare, and 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infrastructure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`./scripts/module8.sh --pools --queues` — allocation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efficiency and ordered deferred 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`./scripts/module8.sh --string-utils --math-utils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--random-utils` — helper libraries for checks/sti…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Integration and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`./scripts/module8.sh --integration` — combined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utility mini-env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`./scripts/module8.sh --pyuvm-tests`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`test_utilities.py`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`cd module8/tests/pyuvm_tests &amp;&amp; make SIM=verilator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TEST=test_utilities`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CLP-driven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 plusargs through Makefile/`SIM_ARGS` where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 support seed, verbosity, test name overrid…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Re-run same binary with different plusargs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demonstrates no-recompile test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`./scripts/module8.sh` — full utility sweep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8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--help</a:t>
            </a:r>
          </a:p>
        </p:txBody>
      </p:sp>
      <p:pic>
        <p:nvPicPr>
          <p:cNvPr id="4" name="Picture 3" descr="module8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Command Line Processor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module8/examples/clp/clp_example.py</a:t>
            </a:r>
          </a:p>
        </p:txBody>
      </p:sp>
      <p:pic>
        <p:nvPicPr>
          <p:cNvPr id="4" name="Picture 3" descr="ex01_c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Comparators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module8/examples/comparators/comparator_example.py</a:t>
            </a:r>
          </a:p>
        </p:txBody>
      </p:sp>
      <p:pic>
        <p:nvPicPr>
          <p:cNvPr id="4" name="Picture 3" descr="ex02_compa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Recorders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module8/examples/recorders/recorder_example.py</a:t>
            </a:r>
          </a:p>
        </p:txBody>
      </p:sp>
      <p:pic>
        <p:nvPicPr>
          <p:cNvPr id="4" name="Picture 3" descr="ex03_rec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module8/examples/pools/pool_example.py</a:t>
            </a:r>
          </a:p>
        </p:txBody>
      </p:sp>
      <p:pic>
        <p:nvPicPr>
          <p:cNvPr id="4" name="Picture 3" descr="ex04_p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module8/examples/queues/queue_example.py</a:t>
            </a:r>
          </a:p>
        </p:txBody>
      </p:sp>
      <p:pic>
        <p:nvPicPr>
          <p:cNvPr id="4" name="Picture 3" descr="ex05_que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String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module8/examples/string_utils/string_utils_example.py</a:t>
            </a:r>
          </a:p>
        </p:txBody>
      </p:sp>
      <p:pic>
        <p:nvPicPr>
          <p:cNvPr id="4" name="Picture 3" descr="ex06_string_ut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Math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module8/examples/math_utils/math_utils_example.py</a:t>
            </a:r>
          </a:p>
        </p:txBody>
      </p:sp>
      <p:pic>
        <p:nvPicPr>
          <p:cNvPr id="4" name="Picture 3" descr="ex07_math_ut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Random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module8/examples/random_utils/random_utils_example.py</a:t>
            </a:r>
          </a:p>
        </p:txBody>
      </p:sp>
      <p:pic>
        <p:nvPicPr>
          <p:cNvPr id="4" name="Picture 3" descr="ex08_random_ut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Utility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module8/examples/integration/integration_example.py</a:t>
            </a:r>
          </a:p>
        </p:txBody>
      </p:sp>
      <p:pic>
        <p:nvPicPr>
          <p:cNvPr id="4" name="Picture 3" descr="ex09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UVM Command Line Processor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and use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recorders for transaction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pools for object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queues for data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string and math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random utilities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Integrate utilities into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utility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Choose appropriate utilities for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Argument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via command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 Line Processor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and Queue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Command Line Processor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and use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recorders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pools for object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queues for data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string and math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UVM utility classes and helper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module8/CHECKLIST.md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module8/EXAMPLES.md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