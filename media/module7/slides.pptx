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docs/MODULE7.md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module7/EXAMPLES.md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docs/MODULE7.md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docs/MODULE7.md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docs/MODULE7.md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module7/examples/dma/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module7/examples/protocols/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module7/examples/protocols/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module7/examples/protocols/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module7/examples/vip/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module7/examples/best_practices/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7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Real-World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UVM to real-world verification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Apply UVM to real-world verification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applies all learned concepts to real-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world verification scenarios. You'll work on compl…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6 multi-agent protocol env is baseline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7 applies it to DMA and UART IP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`module7/dut/dma/simple_dma.v` register map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descriptor flow before DMA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`module7/dut/protocols/uart.v` framing (start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bit, data, stop) for serial agent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example packages reusable agents — focus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directory layout and naming for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Best-practices example summarizes production-style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TB structure before integrated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Real-world DUT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`module7/dut/dma/simple_dma.v`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controller with channel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descriptors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`module7/dut/protocols/uart.v`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serial framing for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Blocks represent IP-style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 students will see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SoC verification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Verification IP (VIP)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agents package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knowledge (transactions,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sequences, checkers)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 composes DMA + UART (or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other) agents with shared config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scoreboard fabric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Best-practices example shows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directory layout, naming,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review-friendly TB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boundaries separate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expertise from scenario tests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Execution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Build: Verilator compiles DMA and/or UART RTL; env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builds VIP agents and shared infrastructure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Connect: register bus agent + DMA status monitors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UART analysis paths into system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Sim: software-visible register writes program DMA;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UART sequences inject serial traffic concurrently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DMA transfer completion flags, memory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content, UART frame integrity — unified regression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Integration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Software-visible registers drive DMA; UART provides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async serial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and coverage span multiple IPs in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Exercises push toward production-style reuse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8 utilities (CLP, recorders) plug into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 style in capstone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DUT — simple DMA controller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Module 7: Simple DMA Controller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A simple DMA controller for verification.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Ports: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clk:        Clock signal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rst_n:      Active-low reset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dma_start:  Start DMA transfer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dma_done:   DMA transfer complete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dma_src_addr: Source address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dma_dst_addr: Destination address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dma_length:  Transfer length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dma_channel: DMA channel select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VIP-style agent reuse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"""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7 Example: VIP (Verification IP) Development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Demonstrates creating reusable verification IP.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"""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from pyuvm import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Explicitly import TLM classes that may not be in __all__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Try direct imports from known TLM module paths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try: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from pyuvm.s15_uvm_tlm_1 import uvm_seq_item_pull_port,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uvm_analysis_imp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except (ImportError, AttributeError):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try: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from pyuvm.s15_uvm_tlm import uvm_seq_item_pull_port,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uvm_analysis_imp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except (ImportError, AttributeError):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try: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`module7/dut/dma/simple_dma.v` — DMA controller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channel descriptors and status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`module7/dut/protocols/uart.v` — UART TX/RX serial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 for protocol agent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`module7/examples/dma/dma_example.py` — descriptor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programming and transfer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`module7/examples/protocols/uart_example.py`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baud/framing stimulus and loopback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`module7/examples/vip/vip_example.py` — packaged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IP agent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`scripts/module7.sh` — `--dma`, `--protocols`,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`--vip`, `--best-practices`, `--pyuvm-tests`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Application-level test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tests: descriptor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programming,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completion, interrupt/status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tests: baud framing, TX/RX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loops, error injection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exercises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tests encapsulate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rules so tests focus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 not bit toggling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Regression and sign-off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`./scripts/module7.sh` runs DMA, protocol, VIP,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best-practices demos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regressions: smoke (short), nightly (full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EXAMPLES), release (with coverage goals)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Waveforms and transaction logs for post-mortem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Step-by-step lab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1. DMA block: `./scripts/module7.sh --dma` — program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descriptor, confirm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2. UART protocol: `./scripts/module7.sh --protocols`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framing and loopback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3. VIP packaging: `./scripts/module7.sh --vip`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study reusable agent layout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4. Best practices: `./scripts/module7.sh --best-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practices` — review TB structure checklist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5. Integrated: `./scripts/module7.sh --pyuvm-tests`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multi-IP regression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`./scripts/module7.sh --pyuvm-tests`; assessment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covers VIP reuse, protocols, and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Prepares for Module 8 utilities used in production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regressions (CLP, recorders)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Articulate which checks live in VIP vs scenario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vs scoreboard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Controller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controller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transfer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verification challenges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Testbench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interface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interface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Verification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Scatter-gather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channel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Test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(Industry Standards)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agent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(Industry Standards)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agent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Master-slave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(Industry Standards)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agent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Multi-master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 protocol details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 agent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(Industry Standards)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Best Practices and Patterns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Naming conventions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 standards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Best Practices and Patterns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(Verification IP)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Best Practices and Patterns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User guides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API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Maintenance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maintenance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Best Practices and Patterns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Change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Advanced Topics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speed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CPU utilization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Advanced Topics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improvement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Advanced Topics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CI/CD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Advanced Topics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Notification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Verification IP (VIP) Development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VIP?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Verification IP (VIP) Development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Verification IP (VIP) Development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System-Level Verification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SoC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System-Level Verification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SoC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SoC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SoC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SoC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Debugging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Multi-component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Debugging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analysis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Test Planning and Strategy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strategy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 plan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Test Planning and Strategy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approach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Sign-off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Industry Patterns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Industry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Industry Patterns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Architecture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Testing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Project: Build Your Own VIP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Choose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VIP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Project: Build Your Own VIP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(if applicable)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Project: Build Your Own VIP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IP block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`./scripts/module7.sh --dma` — DMA descriptor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 drills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`./scripts/module7.sh --protocols` — UART (and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related protocol) agent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`./scripts/module7.sh --vip --best-practices`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reusable VIP layout and review-friendly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Integrated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`./scripts/module7.sh --pyuvm-tests` — integrated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pyuvm regressions under `module7/tests/`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`cd module7/tests/pyuvm_tests &amp;&amp; make SIM=verilator`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direct Make when debugging env wiring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`./scripts/module7.sh` — full example sweep plus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 for module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Layered regression mindset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Smoke: `./scripts/module7.sh --dma` only — fast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sanity after tool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Nightly: all example flags — catches cross-IP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integration regressions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transaction logs and waves for UART timing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memory content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7 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--help</a:t>
            </a:r>
          </a:p>
        </p:txBody>
      </p:sp>
      <p:pic>
        <p:nvPicPr>
          <p:cNvPr id="4" name="Picture 3" descr="module7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DMA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module7/examples/dma/dma_example.py</a:t>
            </a:r>
          </a:p>
        </p:txBody>
      </p:sp>
      <p:pic>
        <p:nvPicPr>
          <p:cNvPr id="4" name="Picture 3" descr="ex01_d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UART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module7/examples/protocols/uart_example.py</a:t>
            </a:r>
          </a:p>
        </p:txBody>
      </p:sp>
      <p:pic>
        <p:nvPicPr>
          <p:cNvPr id="4" name="Picture 3" descr="ex02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SPI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module7/examples/protocols/spi_example.py</a:t>
            </a:r>
          </a:p>
        </p:txBody>
      </p:sp>
      <p:pic>
        <p:nvPicPr>
          <p:cNvPr id="4" name="Picture 3" descr="ex03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I2C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module7/examples/protocols/i2c_example.py</a:t>
            </a:r>
          </a:p>
        </p:txBody>
      </p:sp>
      <p:pic>
        <p:nvPicPr>
          <p:cNvPr id="4" name="Picture 3" descr="ex04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VIP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module7/examples/vip/vip_example.py</a:t>
            </a:r>
          </a:p>
        </p:txBody>
      </p:sp>
      <p:pic>
        <p:nvPicPr>
          <p:cNvPr id="4" name="Picture 3" descr="ex05_v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module7/examples/best_practices/best_practices_example.py</a:t>
            </a:r>
          </a:p>
        </p:txBody>
      </p:sp>
      <p:pic>
        <p:nvPicPr>
          <p:cNvPr id="4" name="Picture 3" descr="ex06_best_pract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complex designs (DMA, protocols)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industry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reusable verification 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Optimize testbench performance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Achieve coverage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 and execute verification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complex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 production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industry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complete verification solutions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DMA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Scatter-gather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complex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reusable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optimize performance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achieve coverage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plan verification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UVM to real-world verification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module7/CHECKLIST.md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module7/EXAMPLES.md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