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module7/examples/dma/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module7/examples/protocols/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module7/examples/protocols/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module7/examples/protocols/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module7/examples/vip/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module7/examples/best_practices/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7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UVM to real-world verification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Apply UVM to real-world verification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applies all learned concepts to real-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world verification scenarios. You'll work on compl…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7: DUT structure and key interfaces (see common_dut/rtl/).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7: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Real-world DUT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`module7/dut/dma/simple_dma.v` — DMA controller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channel descriptors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`module7/dut/protocols/uart.v` — serial framing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agent labs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Blocks represent IP-style interfaces students will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see in SoC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Verification IP (VIP)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agents package protocol knowledge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(transactions, sequences, checkers)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 composes DMA + UART (or other) agents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shared config and scoreboard fabric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Best-practices example shows directory layout,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naming, and review-friendly TB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Integration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Software-visible registers drive DMA; UART provides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async serial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and coverage span multiple IPs in 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Exercises push toward production-style reuse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7: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Application-level test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tests: descriptor programming, transfer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completion, interrupt/status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tests: baud framing, TX/RX loops, error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injection in exercises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tests encapsulate protocol rules so tests focus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scenarios not bit toggling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Regression and sign-off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`./scripts/module7.sh` runs DMA, protocol, VIP,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best-practices demos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regressions: smoke (short), nightly (full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EXAMPLES), release (with coverage goals)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Waveforms and transaction logs for post-mortem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`module7.sh --check`; assessment covers VIP reuse,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protocols, and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Prepares for Module 8 utilities used in production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regressions (CLP, recorders)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Controller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controller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transfer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verification challenges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Testbench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interface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interface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Verification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transfers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Scatter-gather transfers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channel transfers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Test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DMA Verification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(Industry Standards)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agent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(Industry Standards)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agent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Master-slave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(Industry Standards)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 agent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Multi-master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 protocol details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 agent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(Industry Standards)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Best Practices and Patterns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Project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Naming conventions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 standards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Reusability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Best Practices and Patterns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(Verification IP)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Best Practices and Patterns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User guides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API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Maintenance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maintenance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Best Practices and Patterns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Advanced Topics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speed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CPU utilization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Advanced Topics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improvement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Advanced Topics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Continuous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CI/CD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Automated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Advanced Topics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Notification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Verification IP (VIP) Development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VIP?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Verification IP (VIP) Development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Verification IP (VIP) Development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System-Level Verification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SoC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System-Level Verification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SoC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SoC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SoC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SoC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Debugging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Multi-component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flow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Debugging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analysis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Test Planning and Strategy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Planning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strategy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 plan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Test Planning and Strategy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approach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Sign-off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Industry Patterns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Industry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Industry Patterns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Architecture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Project: Build Your Own VIP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Project Requirements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Choose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VIP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VIP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VIP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VIP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Project: Build Your Own VIP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VIP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checker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(if applicable)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Project: Build Your Own VIP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7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./scripts/module7.sh --check</a:t>
            </a:r>
          </a:p>
        </p:txBody>
      </p:sp>
      <p:pic>
        <p:nvPicPr>
          <p:cNvPr id="4" name="Picture 3" descr="module7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DMA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module7/examples/dma/dma_example.py</a:t>
            </a:r>
          </a:p>
        </p:txBody>
      </p:sp>
      <p:pic>
        <p:nvPicPr>
          <p:cNvPr id="4" name="Picture 3" descr="ex01_d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UART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module7/examples/protocols/uart_example.py</a:t>
            </a:r>
          </a:p>
        </p:txBody>
      </p:sp>
      <p:pic>
        <p:nvPicPr>
          <p:cNvPr id="4" name="Picture 3" descr="ex02_protoc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SPI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module7/examples/protocols/spi_example.py</a:t>
            </a:r>
          </a:p>
        </p:txBody>
      </p:sp>
      <p:pic>
        <p:nvPicPr>
          <p:cNvPr id="4" name="Picture 3" descr="ex03_protoc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I2C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module7/examples/protocols/i2c_example.py</a:t>
            </a:r>
          </a:p>
        </p:txBody>
      </p:sp>
      <p:pic>
        <p:nvPicPr>
          <p:cNvPr id="4" name="Picture 3" descr="ex04_protoc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VIP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module7/examples/vip/vip_example.py</a:t>
            </a:r>
          </a:p>
        </p:txBody>
      </p:sp>
      <p:pic>
        <p:nvPicPr>
          <p:cNvPr id="4" name="Picture 3" descr="ex05_v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module7/examples/best_practices/best_practices_example.py</a:t>
            </a:r>
          </a:p>
        </p:txBody>
      </p:sp>
      <p:pic>
        <p:nvPicPr>
          <p:cNvPr id="4" name="Picture 3" descr="ex06_best_pract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DMA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VIP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verify complex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reusable VIP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optimize performance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achieve coverage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plan verification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UVM to real-world verification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module7/CHECKLIST.md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./scripts/module7.sh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