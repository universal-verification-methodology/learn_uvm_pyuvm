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docs/MODULE2.md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module2/EXAMPLES.md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module2/examples/signal_access/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module2/examples/clock_generation/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module2/examples/triggers/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module2/examples/reset_patterns/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module2/examples/common_patterns/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cocotb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cocotb for hardware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cocotb for hardware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provides comprehensive coverage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cocotb, the coroutine-based testbench framework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Finish Module 1 cocotb labs so clock/reset coroutine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 are familiar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`module2/dut/registers/simple_register.v`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`shift_register.v` port lists before writing sti…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 through `module2/examples/triggers/`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`RisingEdge`, `FallingEdge`, and `Timer` are core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`module2/examples/clock_generation/`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`reset_patterns/` — shared fixtures decouple timing…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pyuvm yet; tests are flat `@cocotb.test`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 selected by Makefile `TEST=`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RTL portfolio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`simple_register.v` — 8-bit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register, enable, synchronous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 (primary lab DUT)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`shift_register.v` — serial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in/out, parallel tap;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multi-cycle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`simple_fifo.v` — 16×8 FIFO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full/empty flags (reference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extension)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`simple_fsm.v`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IDLE/START/WORK/DONE four-state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controller (optional study)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cocotb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module →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(`@cocotb.test`) → DUT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via `dut.signal` handles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generators in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decouple timing from test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UVM hierarchy; flat Python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 and shared fixtures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via Makefile `TEST=`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 coroutines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triggers to model parallel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clock, reset, and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threads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Verilator compiles selected DUT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`module2/dut/registers/` per Makefile top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Sim: cocotb schedules coroutines on triggers;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coroutines establish known state before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Python assertions on `dut.q.value` / shift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outputs; cocotb regression aggregates `results.xm…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Examples path: `module2.sh --triggers` runs tutorial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makes without full DUT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Example vs test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`module2/examples/` — signal access, clocks,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triggers, reset patterns (runnable tutorials)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`module2/tests/cocotb_tests/` — regression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 to specific DUTs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Orchestrator `scripts/module2.sh` routes flags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or cocotb makes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FIFO/FSM RTL supports self-study; graded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labs focus on register and shift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— simple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2: Simple Register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A basic register with clock, reset, and enable.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Ports: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clk:    Clock signal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rst_n:  Active-low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enable: Register enable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d:      Data input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q:      Data output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simple_register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rst_n,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cocotb — reset then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2 Test: Simple Register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Comprehensive testbench for simple_register module.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cocotb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cocotb.clock import Clock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cocotb.triggers import Timer, RisingEdge, FallingEdge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cocotb.binary import BinaryValue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async def reset_dut(dut, duration_ns=50, propagation_delay_ns=10):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Reset the DUT.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Args: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`module2/dut/registers/simple_register.v` — 8-bit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 with enable and synchronous reset (prima…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`module2/dut/registers/shift_register.v` — serial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in/out with parallel tap; multi-cycle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`module2/examples/triggers/triggers_example.py`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 trigger primitives and concurrency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`module2/tests/cocotb_tests/test_simple_register.py`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directed write/read and boundary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`module2/tests/cocotb_tests/test_shift_register.py`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serial shift timing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`scripts/module2.sh` — routes example makes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`--cocotb-tests`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Stimulus and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writes/reads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 ports; shift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exercise serial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`RisingEdge`/`FallingEdge`/`Time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r` triggers structure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tests run first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order to establish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known state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Regression and Makefile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TEST=test_simple_register`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selects cocotb test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runner executes multiple tests; pass/fail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 `cocotb.regression`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Boundary tests (`test_register_all_values`) cover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0x00, 0x7F, 0x80, 0xFF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Step-by-step lab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1. Tutorials: `./scripts/module2.sh --signal-access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--triggers --reset-patterns`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2. Register lab: `cd module2/tests/cocotb_tests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 SIM=verilator TEST=test_simple_register`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3. Shift register lab: `make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TEST=test_shift_register` — verify serial-to-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parallel 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4. Full DUT regression: `./scripts/module2.sh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--cocotb-tests`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5. Debug failures with waves/logging before MODULE2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 and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via `cocotb.log`; VCD from simulator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waveform 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--cocotb-tests` validates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 tests and example makes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clocks, triggers, reset sequences,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structured cocotb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Regression Makefile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2 cocotb tests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 make SIM=verilator test_simple_register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Default simulator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Python files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PYTHON_FILES = test_simple_register.py test_shift_register.py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Verilog files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VERILOG_FILES = ../../dut/registers/simple_register.v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../../dut/registers/shift_register.v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Test to run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 ?= test_simple_register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Cocotb variables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cocotb Architecture and Concepts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cocotb?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Coroutine-based testbench framework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testbenches for Verilog/VHDL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abstraction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History and motivation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cocotb Architecture and Concepts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testbench layer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interface layer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interaction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Coroutines for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cocotb Architecture and Concepts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Triggers for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Handles for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Simulator Integration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Supported Simulators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Icarus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ModelSim/QuestaSim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GHDL (VHDL)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VCS, Xcelium (commercial)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Simulator Integration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Simulator-specific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Simulator Integration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library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Linking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Clock Generation and Management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`Clock` class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parameters (period, units)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Starting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Clock Generation and Management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Regular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Gated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division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stopping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Clock Generation and Management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 crossing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 between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Handles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Accessing DUT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`dut.signal_name`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value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properties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Signal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`.value` property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Integer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Binary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state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Driving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Integer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Binary string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High-impedance (Z) and unknown (X)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Single-bit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 (vectors)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Buses and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Bidirectional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Triggers and Coroutines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`RisingEdge(signal)`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`FallingEdge(signal)`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`Edge(signal)` (any edge)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`Timer(time, units)`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`ReadOnly()` (end of time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Triggers and Coroutines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`ReadWrite()` (during time step)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`Combine(*triggers)` (multiple triggers)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`First(*triggers)` (first to occur)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Defining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Starting coroutines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Triggers and Coroutines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`cocotb.start_soon()` vs `await`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Waiting for triggers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Coordinating multiple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Timeout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Triggers and Coroutines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Structure and Organization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Function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`@cocotb.test()` decorator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function signature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parameter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Structure and Organization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Structure and Organization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fixtures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Reset and Initialization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Reset and Initialization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Common Verification Patterns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Common Verification Patterns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Deferred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model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Transaction-Level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Common Verification Patterns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Debugging with cocotb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Debugging with cocotb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viewing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Interactive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debugger (pdb)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Debugging with cocotb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Breakpoints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Variable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Step-through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Debugging with cocotb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hangs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conversion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Advanced cocotb Features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access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 Functional Models (BFM)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BFM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Advanced cocotb Features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BFM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BFMs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 efficiency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Advanced cocotb Features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Integration with pytest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pytest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pytest with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discovery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Parametrization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Integration with pytest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naming conventions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grouping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cocotb examples (tutorial makes)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--triggers` — run trigger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tutorial under `module2/examples/triggers/`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--clock-generation --reset-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patterns` — timing and reset fixture drills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`./scripts/module2.sh` — all five example tracks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(signal access through common patterns)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regression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--cocotb-tests` — register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shift-register makes via orchestrator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`cd module2/tests/cocotb_tests &amp;&amp; 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TEST=test_simple_register`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TEST=test_shift_register`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timing and parallel output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Debug and waves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TEST=test_simple_register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WAVES=1` — enable VCD/FST when Makefile supports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`cocotb.log` verbosity and simulator stdout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`results.xml` for pass/fail triage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Re-run single `TEST=` target after RTL or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edits — faster than full example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--help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Signal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module2/examples/signal_access/signal_access_example.py</a:t>
            </a:r>
          </a:p>
        </p:txBody>
      </p:sp>
      <p:pic>
        <p:nvPicPr>
          <p:cNvPr id="4" name="Picture 3" descr="ex01_signal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Clock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module2/examples/clock_generation/clock_generation_example.py</a:t>
            </a:r>
          </a:p>
        </p:txBody>
      </p:sp>
      <p:pic>
        <p:nvPicPr>
          <p:cNvPr id="4" name="Picture 3" descr="ex02_clock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module2/examples/triggers/triggers_example.py</a:t>
            </a:r>
          </a:p>
        </p:txBody>
      </p:sp>
      <p:pic>
        <p:nvPicPr>
          <p:cNvPr id="4" name="Picture 3" descr="ex03_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Reset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module2/examples/reset_patterns/reset_patterns_example.py</a:t>
            </a:r>
          </a:p>
        </p:txBody>
      </p:sp>
      <p:pic>
        <p:nvPicPr>
          <p:cNvPr id="4" name="Picture 3" descr="ex04_reset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Common Verification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module2/examples/common_patterns/common_patterns_example.py</a:t>
            </a:r>
          </a:p>
        </p:txBody>
      </p:sp>
      <p:pic>
        <p:nvPicPr>
          <p:cNvPr id="4" name="Picture 3" descr="ex05_common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cocotb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Integrate with simulators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and manage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Access and drive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triggers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 tests 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common verification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cocotb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Optimize testbench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handles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cocotb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integrate with simulators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and manage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access and drive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triggers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structure tests 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cocotb for hardware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module2/EXAMPLES.md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