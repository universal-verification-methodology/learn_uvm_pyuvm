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module2/examples/signal_access/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module2/examples/clock_generation/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module2/examples/triggers/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module2/examples/reset_patterns/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module2/examples/common_patterns/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cocotb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cocotb for hardware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cocotb for hardware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provides comprehensive coverage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cocotb, the coroutine-based testbench framework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DUT structure and key interfaces (see common_dut/rtl/).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RTL portfolio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`simple_register.v` — 8-bit register, enable,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synchronous reset (primary lab DUT)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`shift_register.v` — serial in/out, parallel tap;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exercises multi-cycle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`simple_fifo.v` — 16×8 FIFO with full/empty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(reference for extension)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`simple_fsm.v` — IDLE/START/WORK/DONE four-state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cocotb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module → coroutines (`@cocotb.test`)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via `dut.signal` handles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generators in examples decouple timing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UVM hierarchy; flat Python functions and shared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fixtures via Makefile `TEST=`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Example vs test separation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`module2/examples/` — signal access, clocks,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triggers, reset patterns (runnable tutorials)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`module2/tests/cocotb_tests/` — regression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bound to specific DUTs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Orchestrator `scripts/module2.sh` routes flags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 or cocotb makes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Stimulus and observation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writes/reads on register ports; shift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exercise serial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`RisingEdge`/`FallingEdge`/`Timer` triggers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 concurrent activity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tests run first in regression order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establish known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Regression and Makefile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`make SIM=verilator TEST=test_simple_register`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selects cocotb test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runner executes multiple tests; pass/fail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 `cocotb.regression`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Boundary tests (`test_register_all_values`) cover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0x00, 0x7F, 0x80, 0xFF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Debug and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via `cocotb.log`; VCD from simulator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waveform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`./scripts/module2.sh --check` validates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key cocotb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Assessment: clocks, triggers, reset sequences,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structured cocotb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cocotb Architecture and Concepts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cocotb?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Coroutine-based testbench framework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testbenches for Verilog/VHDL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 abstraction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History and motivation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cocotb Architecture and Concepts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testbench layer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 interface layer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interaction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Coroutines for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cocotb Architecture and Concepts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Triggers for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Handles for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time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Simulator Integration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Supported Simulators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(recommended)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Icarus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ModelSim/QuestaSim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GHDL (VHDL)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VCS, Xcelium (commercial)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Simulator Integration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Simulator-specific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Process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Simulator Integration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library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Linking process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Clock Generation and Management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`Clock` class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parameters (period, units)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Starting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Clock Generation and Management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Regular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Gated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division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stopping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Clock Generation and Management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 crossing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 between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Handles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Accessing DUT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`dut.signal_name`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value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properties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Reading Signal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`.value` property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Integer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Binary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state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Driving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Assigning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Integer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Binary string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High-impedance (Z) and unknown (X)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Single-bit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Multi-bit signals (vectors)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Buses and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Bidirectional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Triggers and Coroutines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Trigger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`RisingEdge(signal)`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`FallingEdge(signal)`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`Edge(signal)` (any edge)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`Timer(time, units)`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`ReadOnly()` (end of time 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Triggers and Coroutines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`ReadWrite()` (during time step)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`Combine(*triggers)` (multiple triggers)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`First(*triggers)` (first to occur)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Defining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Starting coroutines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Triggers and Coroutines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`cocotb.start_soon()` vs `await`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Waiting for triggers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Coordinating multiple coroutines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Timeout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Triggers and Coroutines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propagation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Structure and Organization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Function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`@cocotb.test()` decorator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function signature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parameter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Structure and Organization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Test Structure and Organization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fixtures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Reset and Initialization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Initialization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Reset and Initialization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Common Verification Patterns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Common Verification Patterns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Deferred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Transaction-Level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Common Verification Patterns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Debugging with cocotb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cocotb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Debugging with cocotb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file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FST file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viewing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tracing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Interactive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debugger (pdb)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Debugging with cocotb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Breakpoints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Variable inspection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Step-through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Debugging with cocotb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hangs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Value conversion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Advanced cocotb Features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access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Bus Functional Models (BFM)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BFM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Advanced cocotb Features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BFM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BFMs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Coroutine efficiency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Trigger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Advanced cocotb Features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Integration with pytest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pytest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pytest with cocotb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discovery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Fixtures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Parametrization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Integration with pytest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directory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naming conventions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grouping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2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--check</a:t>
            </a:r>
          </a:p>
        </p:txBody>
      </p:sp>
      <p:pic>
        <p:nvPicPr>
          <p:cNvPr id="4" name="Picture 3" descr="module2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./scripts/module2.sh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Signal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module2/examples/signal_access/signal_access_example.py</a:t>
            </a:r>
          </a:p>
        </p:txBody>
      </p:sp>
      <p:pic>
        <p:nvPicPr>
          <p:cNvPr id="4" name="Picture 3" descr="ex01_signal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Clock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module2/examples/clock_generation/clock_generation_example.py</a:t>
            </a:r>
          </a:p>
        </p:txBody>
      </p:sp>
      <p:pic>
        <p:nvPicPr>
          <p:cNvPr id="4" name="Picture 3" descr="ex02_clock_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module2/examples/triggers/triggers_example.py</a:t>
            </a:r>
          </a:p>
        </p:txBody>
      </p:sp>
      <p:pic>
        <p:nvPicPr>
          <p:cNvPr id="4" name="Picture 3" descr="ex03_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Reset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module2/examples/reset_patterns/reset_patterns_example.py</a:t>
            </a:r>
          </a:p>
        </p:txBody>
      </p:sp>
      <p:pic>
        <p:nvPicPr>
          <p:cNvPr id="4" name="Picture 3" descr="ex04_reset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Common Verification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module2/examples/common_patterns/common_patterns_example.py</a:t>
            </a:r>
          </a:p>
        </p:txBody>
      </p:sp>
      <p:pic>
        <p:nvPicPr>
          <p:cNvPr id="4" name="Picture 3" descr="ex05_common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Trigger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cocotb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integrate with simulators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and manage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access and drive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triggers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structure tests properly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cocotb for hardware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module2/CHECKLIST.md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./scripts/module2.sh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