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docs/MODULE5.md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while running module5/EXAMPLES.md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docs/MODULE5.md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docs/MODULE5.md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docs/MODULE5.md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module5/examples/virtual_sequences/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module5/examples/coverage/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module5/examples/configuration/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module5/examples/callbacks/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module5/examples/register_model/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5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5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5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Advanced UVM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sequences, coverage, configuration,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virtual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Master sequences, coverage, configuration, and virtual sequences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covers advanced UVM concepts including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virtual sequences, coverage models, complex conf…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to learn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4 agent/scoreboard integration 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prerequisite — multi-channel env extends the same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TLM patt…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`module5/dut/advanced/multi_channel.v`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multiple logical channels needing coordinated stimu…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Study virtual sequencer concept before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`virtual_sequences/` examples — one coordinator,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many agents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Skim RAL terminology: register map, fields, adapter,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predictor — used in `register_model/`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and callbacks modify observation and driver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behavior without deep subclass trees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Advanced DUT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`module5/dut/advanced/multi_chan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nel.v` — multiple logical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channels for coordination labs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Designed for virtual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multi-stream scoreboarding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abstraction layer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examples align with memory-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mapped control/status</a:t>
            </a:r>
          </a:p>
        </p:txBody>
      </p:sp>
      <p:pic>
        <p:nvPicPr>
          <p:cNvPr id="4" name="Picture 3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Advanced UVM environment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sequencers coordinate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multiple agents on different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channels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collectors sample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 fields and cross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Callbacks extend driver/monitor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without subclass explosion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objects centralize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knobs (active/passive, timeouts,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enable flags)</a:t>
            </a:r>
          </a:p>
        </p:txBody>
      </p:sp>
      <p:pic>
        <p:nvPicPr>
          <p:cNvPr id="4" name="Picture 3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Execution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Build: multi-channel RTL plus env with multiple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agents, virtual sequencer, coverage, register model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Connect: per-channel monitor analysis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scoreboard/coverage; RAL adapter linked to bus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Sim: virtual sequence launches child sequences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order; callbacks may alter driver/monitor behavio…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Check: scoreboard per channel + coverage goals 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register mirror consistency vs DUT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Register model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RAL-style maps: registers, fields, access policies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(RW, RO, WO)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Adapter links bus transactions to register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reads/writes in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Predictor/update paths keep mirror model consistent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with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sequences replace raw bus wiggling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software-visible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DUT — multi-channel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/**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Module 5: Multi-Channel Interface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A multi-channel interface for advanced UVM testing.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Ports: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  clk:        Clock signal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  rst_n:      Active-low reset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  master_valid: Master channel valid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  master_ready: Master channel ready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  master_data:  Master channel data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  slave_valid:  Slave channel valid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  slave_ready:  Slave channel ready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  slave_data:   Slave channel data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Virtual sequencer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"""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Module 5 Example 5.1: Virtual Sequences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Demonstrates virtual sequencer and virtual sequence coordination.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"""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from pyuvm import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import cocotb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from cocotb.triggers import Timer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Try to import uvm_seq_item_pull_port explicitly if not available from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pyuvm import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try: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# Check if already available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_ = uvm_seq_item_pull_port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except NameError: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# Try importing from TLM modules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try: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files to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Open these in the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`module5/dut/advanced/multi_channel.v` — multi-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stream DUT for virtual sequence coordination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`module5/examples/virtual_sequences/virtual_sequence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_example.py` — child sequences on multiple sequ…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`module5/examples/coverage/coverage_example.py`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functional coverage sampling hooks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`module5/examples/register_model/register_model_exam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ple.py` — RAL map, adapter, mirror updates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`module5/tests/pyuvm_tests/test_advanced_uvm.py`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integrated advanced env regression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`scripts/module5.sh` — `--virtual-sequences`,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`--coverage`, `--register-model`,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Coverage-driven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Functional coverage 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 types, channel IDs,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corner field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goals gate regression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sign-off in advanced flows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Examples under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`module5/examples/coverage/`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show sampling hooks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Virtual sequences and configuration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sequences start child sequences on multiple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sequencers in order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 tests prove ConfigDB + config object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overrides change behavior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tests inject errors or delays to validate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Step-by-step lab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1. Virtual sequences: `./scripts/module5.sh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--virtual-sequences`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2. Coverage/callbacks: `./scripts/module5.sh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--coverage --callbacks`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3. Configuration: `./scripts/module5.sh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--configuration`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4. Register model: `./scripts/module5.sh --register-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model`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5. Integrated: `./scripts/module5.sh --pyuvm-tests`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— all advanced mechanisms in one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`./scripts/module5.sh --pyuvm-tests`; register model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callback demos in EXAMPLES.md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Assessment: virtual sequences, coverage, callbacks,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configuration, register model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 register read/write through RAL adapter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rather than ad-hoc pin toggling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Advanced Sequences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are virtual sequences?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 purpose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sequencer coordination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Libraries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Advanced Sequences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Base sequence classes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Derived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reuse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Arbitration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Sequencer arbitration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Advanced Sequences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Priority mechanisms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Lock and grab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coordination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Layered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High-level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Low-level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Advanced Sequences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composition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layering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Coverage Models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Overview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coverage?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goals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metrics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Functional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Coverage Models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models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groups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Coverpoints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bins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class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Coverage Models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sampling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Coverage Models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State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Cross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Complex Configuration Objects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Objects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class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validation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Complex Configuration Objects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Hierarchical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inheritance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override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Resource Database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Resource database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Complex Configuration Objects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Resource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Resource lookup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Resource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Callbacks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callbacks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Pre/post callbacks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Complex Configuration Objects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registration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Callbacks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Overview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are callbacks?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purpose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benefits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Callbacks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class definition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registration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Pre/Post Callbacks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Pre-callbacks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Callbacks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Post-callbacks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ordering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Use Cases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callbacks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callbacks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Callbacks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callbacks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callbacks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UVM Register Model (Advanced)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Model Overview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model purpose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model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model benefits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model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Model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UVM Register Model (Advanced)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`uvm_reg_block` - Register blocks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`uvm_reg` - Registers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`uvm_reg_field` - Register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`uvm_reg_map` - Address maps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UVM Register Model (Advanced)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write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peek/poke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update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access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test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UVM Register Model (Advanced)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model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predictor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Backdoor Access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Backdoor read/write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Backdoor vs frontdoor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Backdoor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UVM Register Model (Advanced)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Backdoor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Virtual Sequences and Virtual Sequencers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sequencer purpose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sequencer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sequencer references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sequencer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Virtual Sequences and Virtual Sequencers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Coordinating multiple sequencers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Parallel sequence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synchronization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coordination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Master-slave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Virtual Sequences and Virtual Sequencers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Multi-channel coordination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coordination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Coverage Analysis and Closure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collection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gaps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analysis tools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Coverage Analysis and Closure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goals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strategies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improvement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metrics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Functional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Coverage Analysis and Closure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Advanced Configuration Patterns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Strategies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Top-down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Bottom-up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Mixed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Dynamic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Advanced Configuration Patterns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Runtime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updates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validation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Performance Optimization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Performance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 bottlenecks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Optimization strategies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Memory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speed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Performance Optimization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Efficient sequence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reuse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caching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Advanced Debugging Techniques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debugging tools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Advanced Debugging Techniques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gaps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improvement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Command reference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Advanced UVM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`./scripts/module5.sh --virtual-sequences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--configuration` — coordination and config objects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`./scripts/module5.sh --coverage --callbacks`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coverage sampling and callback injection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`./scripts/module5.sh --register-model` — RAL map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bus adapter drill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Integrated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`./scripts/module5.sh --pyuvm-tests`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`test_advanced_uvm` against multi-channel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`cd module5/tests/pyuvm_tests &amp;&amp; make SIM=verilator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TEST=test_advanced_uvm`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`./scripts/module5.sh` — all example tracks then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tests when doing full module sweep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Coverage and config debug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Inspect coverage reports/sample counts from example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logs when goals are not met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 object + ConfigDB overrides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`--configuration` — re-run to verify behavior change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tests inject delays/errors — use verbosity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 see callback invocation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5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./scripts/module5.sh --help</a:t>
            </a:r>
          </a:p>
        </p:txBody>
      </p:sp>
      <p:pic>
        <p:nvPicPr>
          <p:cNvPr id="4" name="Picture 3" descr="module5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./scripts/module5.sh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Virtual Sequences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module5/examples/virtual_sequences/virtual_sequence_example.py</a:t>
            </a:r>
          </a:p>
        </p:txBody>
      </p:sp>
      <p:pic>
        <p:nvPicPr>
          <p:cNvPr id="4" name="Picture 3" descr="ex01_virtual_sequ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Coverage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module5/examples/coverage/coverage_example.py</a:t>
            </a:r>
          </a:p>
        </p:txBody>
      </p:sp>
      <p:pic>
        <p:nvPicPr>
          <p:cNvPr id="4" name="Picture 3" descr="ex02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Configuration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module5/examples/configuration/configuration_example.py</a:t>
            </a:r>
          </a:p>
        </p:txBody>
      </p:sp>
      <p:pic>
        <p:nvPicPr>
          <p:cNvPr id="4" name="Picture 3" descr="ex03_config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UVM Callbacks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module5/examples/callbacks/callback_example.py</a:t>
            </a:r>
          </a:p>
        </p:txBody>
      </p:sp>
      <p:pic>
        <p:nvPicPr>
          <p:cNvPr id="4" name="Picture 3" descr="ex04_callba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Register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module5/examples/register_model/register_model_example.py</a:t>
            </a:r>
          </a:p>
        </p:txBody>
      </p:sp>
      <p:pic>
        <p:nvPicPr>
          <p:cNvPr id="4" name="Picture 3" descr="ex05_register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Create and use virtual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Implement coverage models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 complex configuration objects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UVM callbacks effectively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advanced register model features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Coordinate multiple sequencers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Analyze and close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Optimize testbench performance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 advanced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Apply advanced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sequencer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Register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create virtual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implement coverage models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design configuration objects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callbacks effectively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advanced register model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coordinate multiple sequencers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sequences, coverage, configuration,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virtual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module5/CHECKLIST.md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module5/EXAMPLES.md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