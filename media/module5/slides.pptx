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module5/examples/virtual_sequences/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module5/examples/coverage/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module5/examples/callbacks/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module5/examples/register_model/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Advanced UVM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sequences, coverage, configuration,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sequences, coverage, configuration, and virtual 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advanced UVM concepts including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sequences, coverage models, complex conf…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DUT structure and key interfaces (see common_dut/rtl/).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DUT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`module5/dut/advanced/multi_channel.v` —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logical channels for coordination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Designed for virtual sequences and multi-stream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abstraction layer examples align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memory-mapped control/status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Advanced UVM environment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sequencers coordinate multiple agents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collectors sample transaction fields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 extend driver/monitor without subclass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explosion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 centralize knobs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(active/passive, timeouts, enable flags)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Register model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RAL-style maps: registers, fields, access policies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(RW, RO, WO)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Adapter links bus transactions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reads/writes in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Predictor/update paths keep mirror model consistent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Coverage-driven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on transaction types,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IDs, and corner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 gate regression sign-off in advanced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 under `module5/examples/coverage/` show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sampling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Virtual sequences and configuration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start child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tests prove ConfigDB + config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change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tests inject errors or delays to validate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`./scripts/module5.sh --check`; register model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 demos in EXAMPLES.md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virtual sequences, coverage, callbacks,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configuration, register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Sequences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virtual sequences?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sequencer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Sequences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sequence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Derived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reuse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Arbitration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arbitration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Sequences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mechanisms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Lock and grab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High-level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Low-level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Sequences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composition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layering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Coverage Models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coverage?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Coverage Models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groups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Coverpoints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class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Coverage Models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Coverage Models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Complex Configuration Objects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class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Complex Configuration Objects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database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Complex Configuration Objects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Complex Configuration Objects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Callbacks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callbacks?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Callbacks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Pre-callbacks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Callbacks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Callbacks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Register Model (Advanced)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Register Model (Advanced)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`uvm_reg_block` - Register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`uvm_reg` -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`uvm_reg_field` -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`uvm_reg_map` - Address maps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Register Model (Advanced)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peek/poke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update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access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test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Register Model (Advanced)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predictor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Backdoor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Backdoor read/write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Backdoor vs frontdoor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Backdoor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Register Model (Advanced)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Backdoor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Virtual Sequences and Virtual Sequencers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sequencer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Virtual Sequences and Virtual Sequencers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Coordinating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coordination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Master-slave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Virtual Sequences and Virtual Sequencers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and Closure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and Closure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improvement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and Closure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Configuration Patterns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Top-down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Bottom-up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Mixed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Configuration Patterns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updates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Performance Optimization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bottlenecks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speed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Performance Optimization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Efficient sequence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caching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Advanced Debugging Techniques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debugging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Advanced Debugging Techniques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improvement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Virtual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module5/examples/virtual_sequences/virtual_sequence_example.py</a:t>
            </a:r>
          </a:p>
        </p:txBody>
      </p:sp>
      <p:pic>
        <p:nvPicPr>
          <p:cNvPr id="4" name="Picture 3" descr="ex01_virtual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module5/examples/coverage/coverage_example.py</a:t>
            </a:r>
          </a:p>
        </p:txBody>
      </p:sp>
      <p:pic>
        <p:nvPicPr>
          <p:cNvPr id="4" name="Picture 3" descr="ex02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Configuration Objects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module5/examples/configuration/configuration_example.py</a:t>
            </a:r>
          </a:p>
        </p:txBody>
      </p:sp>
      <p:pic>
        <p:nvPicPr>
          <p:cNvPr id="4" name="Picture 3" descr="ex03_config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UVM Callbacks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module5/examples/callbacks/callback_example.py</a:t>
            </a:r>
          </a:p>
        </p:txBody>
      </p:sp>
      <p:pic>
        <p:nvPicPr>
          <p:cNvPr id="4" name="Picture 3" descr="ex04_callb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Register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module5/examples/register_model/register_model_example.py</a:t>
            </a:r>
          </a:p>
        </p:txBody>
      </p:sp>
      <p:pic>
        <p:nvPicPr>
          <p:cNvPr id="4" name="Picture 3" descr="ex05_regist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callbacks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advanced register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coordinate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sequences, coverage, configuration,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./scripts/module5.sh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