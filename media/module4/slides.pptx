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module4/examples/drivers/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module4/examples/monitors/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module4/examples/sequencers/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module4/examples/scoreboards/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module4/examples/tlm/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module4/examples/transactions/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complete UVM agents with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Build complete UVM agents with driver, monitor, and sequencer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core UVM components used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 verification environments. You'll learn ho…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DUT structure and key interfaces (see common_dut/rtl/).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DUT and interface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`module4/dut/interfaces/simple_interface.v`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valid/ready handshake, address/data/result buses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Clocked, resettable interface models streaming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maps one transaction type to one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Agent-centric UVM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bundles driver, monitor, sequencer; env holds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+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analysis ports connect monitor → scoreboard (and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optional coverage)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`InterfaceTransaction` defines fields,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`copy`/`compare`, and constraints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path: sequence → sequencer → driver → DUT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→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Component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Driver: pull items from sequencer, drive pins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passive observation, broadcast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Sequencer: arbitration and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expected vs actual from monitor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Integration testing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`test_complete_agent.py` — end-to-end agent, env,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Run: `./scripts/module4.sh --pyuvm-tests` or `make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TEST=test_complete_agent`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Per-component examples (`driver_example.py`, …)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isolate behavior before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Checking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compares monitored results to predicted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 or golden vectors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fan-out allows multiple checkers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changing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Sequences provide repeatable stimulus;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random/constrained extensions in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via `module4.sh --check`; demo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screenshots per EXAMPLES.md section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drivers, monitors, sequencers, agents,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scoreboards, TLM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an agent?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vs Passive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agents (driver + sequencer + monitor)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Passive agents (monitor only)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Inheriting from `uvm_driver`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`run_phase()`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reception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Driver-Sequencer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`seq_item_port`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`get_next_item()`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`item_done()`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Signal-Level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value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Inheriting from `uvm_monitor`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`run_phase()`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to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transaction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Populating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Broadcasting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Inheriting from `uvm_sequencer`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sequencer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sequencer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`uvm_sequence_item` base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`uvm_sequence` base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`body()`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`start_item()`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`finish_item()`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`wait_for_grant()`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TLM?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abstraction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communication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Interface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`put` interface - Unidirectional blocking 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`get` interface - Unidirectional blocking get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`peek` interface - Unidirectional non-blocking peek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`transport` interface - Bidirectional 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characteristics and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Port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`uvm_put_port` - Put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`uvm_get_port` - Get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`uvm_peek_port` - Peek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`uvm_transport_port` - Transport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vs export vs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Export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`uvm_put_export` - Put export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`uvm_get_export` - Get export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`uvm_peek_export` - Peek export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`uvm_transport_export` - Transport export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Export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Implementation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`uvm_put_imp` - Put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`uvm_get_imp` - Get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`uvm_peek_imp` - Peek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`uvm_transport_imp` - Transport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Implementation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Ports and Exports (Special TLM 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concept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Publisher-subscriber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Broadcast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One-to-many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`uvm_analysis_port` -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`uvm_analysis_export` - Analysis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`uvm_analysis_imp` - Analysis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FIFOs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`uvm_tlm_fifo` - TLM FIFO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purpose and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capacity and blocking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connection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FIFOs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connections (port to export)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connections (port to FIFO to export)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Multi-port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Producer-consumer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Request-response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Broadcast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Pipeline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vs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Implementation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put/get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transport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TLM FIFOs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- Complete Coverage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Combining TLM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 Implementation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 Implementation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Inheriting from `uvm_component`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 Implementation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vs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Advanced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Time-based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 Implementation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Transaction-Level Modeling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transactions?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abstraction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Transaction-Level Modeling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Transaction-Level Modeling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copying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Complete Agent Example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Build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Complete Agent Example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Active/passive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Connect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Driver-sequencer connection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analysis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Complete Agent Example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External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Sequence Libraries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Derived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Sequence Libraries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Agent Integration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agents to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Agent Integration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--check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Driver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module4/examples/drivers/driver_example.py</a:t>
            </a:r>
          </a:p>
        </p:txBody>
      </p:sp>
      <p:pic>
        <p:nvPicPr>
          <p:cNvPr id="4" name="Picture 3" descr="ex01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Monitor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module4/examples/monitors/monitor_example.py</a:t>
            </a:r>
          </a:p>
        </p:txBody>
      </p:sp>
      <p:pic>
        <p:nvPicPr>
          <p:cNvPr id="4" name="Picture 3" descr="ex02_moni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Sequencer and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module4/examples/sequencers/sequencer_example.py</a:t>
            </a:r>
          </a:p>
        </p:txBody>
      </p:sp>
      <p:pic>
        <p:nvPicPr>
          <p:cNvPr id="4" name="Picture 3" descr="ex03_sequenc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Complete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module4/examples/agents/agent_example.py</a:t>
            </a:r>
          </a:p>
        </p:txBody>
      </p:sp>
      <p:pic>
        <p:nvPicPr>
          <p:cNvPr id="4" name="Picture 3" descr="ex04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Scoreboard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module4/examples/scoreboards/scoreboard_example.py</a:t>
            </a:r>
          </a:p>
        </p:txBody>
      </p:sp>
      <p:pic>
        <p:nvPicPr>
          <p:cNvPr id="4" name="Picture 3" descr="ex05_score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TLM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module4/examples/tlm/tlm_example.py</a:t>
            </a:r>
          </a:p>
        </p:txBody>
      </p:sp>
      <p:pic>
        <p:nvPicPr>
          <p:cNvPr id="4" name="Picture 3" descr="ex06_t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Transaction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module4/examples/transactions/transaction_example.py</a:t>
            </a:r>
          </a:p>
        </p:txBody>
      </p:sp>
      <p:pic>
        <p:nvPicPr>
          <p:cNvPr id="4" name="Picture 3" descr="ex07_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Building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agent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drivers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monitors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analysis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complete UVM agents with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./scripts/module4.sh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