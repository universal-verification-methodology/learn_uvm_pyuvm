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docs/MODULE1.md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 combinational block; cocotb accesses dut.a, dut.b, dut.y.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module1/EXAMPLES.md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SIM=verilator, TEST= selects cocotb module; cocotb-config drives compile.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module1/examples/python_basics/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module1/examples/decorators/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module1/examples/async_await/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module1/examples/data_structures/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module1/examples/error_handling/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Python and Verification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Python for verification and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Python for verification and verification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work. You'll learn essential Python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concept…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 0 (`./scripts/module0.sh --verify-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only`) so Verilator, cocotb, and pyuvm are availa…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`docs/MODULE1.md` and run pure Python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 — no simulator required for OOP/async fou…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`module1/dut/simple_gates/` RTL (AND gate,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counter) before opening cocotb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the testbench mental model: DUT ←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driver/stimulus ← test ← checker ←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Keep venv active; cocotb Makefiles expect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`SIM=verilator` and `COCOTB_REDIRECT_OUTPUT=1`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defaults f…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RTL block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`module1/dut/simple_gates/`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`and_gate.v` (combinational)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`counter.v` (enable, active-…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blocks: clock,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active-low reset, multi-bit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paths on the counter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Flat hierarchy — no buses; ideal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first cocotb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pyuvm hook-up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Python verification layer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`module1/examples/` — pure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Python (transactions,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decorators, async,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structures, logging)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`module1/tests/cocotb_tests/`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coroutine testbenches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 via cocotb handles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`module1/tests/pyuvm_tests/`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minimal UVM-style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introduction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 in `examples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/python_basics/transaction.py`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 stimulus items reused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th…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Verilator compiles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`module1/dut/simple_gates/*.v` via cocotb Makefile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(`VERILOG_SOURCES`,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Sim: cocotb loads Python test module;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advance time on `RisingEdge(clk)` and combinationa…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assertions in test functions plus cocotb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`TestSuccess`/`TestFailure`; pyuvm tests report UVM…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Orchestrator path: `module1.sh --cocotb-tests` wraps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`make` with venv and simulator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Testbench 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(RTL) ← driver/stimulus ← test ←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checker/scoreboard ← monitor → observations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 advances on clock edges; Python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coroutines (`async`/`await`) align with cocotb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and logging close the loop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and actual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examples teach patterns (transactions, async)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reused when pyuvm sequences appear in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— AND gate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and_gate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@(*)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y = a &amp; 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cocotb — drive inputs and assert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@cocotb.test()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async def test_and_gate_basic(dut):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Basic AND gate test.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Tests all input combinations.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"""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Initialize inputs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dut.a.value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dut.b.value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Wait for initial values to settle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await Timer(10, units="ns")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Test case 1: 0 &amp; 0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dut.a.value = 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`module1/dut/simple_gates/and_gate.v` — 2-input AND;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 combinational DUT for cocotb handles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`module1/dut/simple_gates/counter.v` — clocked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 with enable/reset for sequential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`module1/examples/python_basics/transaction.py`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class with `__eq__`/`__hash__` patter…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`module1/tests/cocotb_tests/test_and_gate.py`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directed cocotb vectors and edge triggers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`module1/tests/pyuvm_tests/test_and_gate_uvm.py`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minimal pyuvm hierarchy on the AND gate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`scripts/module1.sh` — routes Python examples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`--cocotb-tests` / `--pyuvm-tests` regressions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cocotb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Tests in `test_and_gate.py`,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`test_counter.py`: 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directed vectors, edge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Run: `cd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module1/tests/cocotb_tests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TEST=test_and_gate`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Triggers: `RisingEdge(clk)`,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`ReadOnly`/`Write` phases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stability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pyuvm and Python unit-style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--pyuvm-tests` — compile/run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introductory pyuvm tests against simple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 run without simulator (`python3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module1/examples/...`) to teach OOP patterns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Error-handling example shows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debuggable regressions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Step-by-step lab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1. Run Python track: `./scripts/module1.sh`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individual `--python-basics`, `--async-await`, …)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2. cocotb AND gate: `cd module1/tests/cocotb_tests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&amp;&amp; make SIM=verilator TEST=test_and_gate`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3. cocotb counter: `make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TEST=test_counter` — observe reset and enable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4. pyuvm entry: `./scripts/module1.sh --pyuvm-tests`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confirm UVM-style test completes without fat…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5. Full regression: `./scripts/module1.sh --all-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tests` before MODULE1 assessment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Closure and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--all-tests` runs required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 and simulator-backed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 directed cocotb tests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equality (`__eq__`, `__hash__`) from Python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OOP for verification, basic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structure, cocotb + pyuvm entry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Makefile — build and run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Makefile for Module 1 cocotb tests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Usage: make SIM=verilator test_and_gate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Default simulator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SIM ?= verilator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Python files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PYTHON_FILES = test_and_gate.py test_counter.py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Verilog files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VERILOG_FILES = ../../dut/simple_gates/and_gate.v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../../dut/simple_gates/counter.v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Test to run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TEST ?= test_and_gate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Cocotb variables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Object-Oriented Programming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and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Encapsulation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inheritance (MRO)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`super()` function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 (Dunder Methods)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`__init__()` for initialization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`__str__()` and `__repr__()` for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`__eq__()` for equality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`__hash__()` for hashable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Design Patterns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Singleton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class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(`_id_counter`)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`__init__()`, `__str__()`,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`__repr__()`, `__eq__()`, `__hash__()`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inherit from `Transaction`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`__str__()`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`super()` to call parent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Transaction(id=1, data=4660, timestamp=0)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ReadTransaction(id=2, address=0x1000, data=0xDEAD)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WriteTransaction(id=3, address=0x2000, data=0xBEEF)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Variables: `_id_counter` is shared across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Python Classes and Inheritance for Verification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Variables: Each transaction has its 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`id`, `data`, `timestamp`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Enable Pythonic behavior (string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representation, equality, hashing)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extend base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customize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Decorators and Context Managers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Decorator syntax and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decorators (`@property`, `@staticmethod`,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`@classmethod`)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Context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Decorators and Context Managers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`with`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`__enter__()` and `__exit__()`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Context manager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`contextlib`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decorators (`@cocotb.test()`,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`@cocotb.coroutine`)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Decorators and Context Managers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decorators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Decorators: `@timing_decorator`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`@log_calls_decorator` wrap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Decorator Stacking: Multiple decorators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applied to the same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Context Manager Class: `VerificationContext`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implements `__enter__()` and `__exit__()`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Function-based Context Manager: `simulation_phase()`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`@contextmanager`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Decorators and Context Managers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Context Managers: Using multiple context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managers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Integration: Decorators and context managers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Python's logging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Decorators: Functions that modify other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changing their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`functools.wraps`: Preserves function metadata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decorating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Context Managers: Ensure proper resource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`with`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Handling: Context managers can handle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exceptions in `__exit__()`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Decorators and Context Managers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Logging: Integration with Python's logging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verification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Programming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Coroutines vs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loop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Concurrency vs parallelism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`async` and `await`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Defining async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Awaiting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context managers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iterators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coroutine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`await` for simulation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 in async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Functions: Defining coroutines with `async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Awaiting Operations: Using `await` to wait for async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Generation: Simulating clock signals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async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Running multiple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 with `asyncio.gather()`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Running coroutines one 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Handling: Using `asyncio.wait_for()`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Handling: Catching exceptions in async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Using `asyncio.Queue` for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between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Coroutines: Functions defined with `async def`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 be paused and resumed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Loop: `asyncio.run()` creates and manages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Concurrency: Multiple coroutines can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 (not in parallel)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Async/Await for Simulation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`asyncio.gather()`: Runs multiple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 and waits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`asyncio.wait_for()`: Adds timeout to coroutine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Queues: `asyncio.Queue` for safe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between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Time: In cocotb, `await Timer()` advances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Fundamentals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Verification?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vs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lifecycle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Fundamentals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Unit level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Fundamentals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 level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level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SoC level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Testbench Architecture Basics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Under Test (DUT)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reset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Testbench Architecture Basics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Deterministic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Testbench Architecture Basics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Simulation Flow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Simulation Flow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 vs real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units (ns, ps,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Event-Driven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Simulation Flow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Delta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updates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Assertions Introduction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Assertions?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property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Assertions Introduction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value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placement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Assertions Introduction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Python Testing Frameworks (Overview)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pytest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discovery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Parametrization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Markers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Unit Testing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Python Testing Frameworks (Overview)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isolation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Mocking and stubbing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with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pytest with cocotb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Python Testing Frameworks (Overview)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and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Data Structures for Verification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Lists and Dictionaries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List comprehensions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Dictionary comprehensions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Collections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Data Structures for Verification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`deque` for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`defaultdict` for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`Counter` for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`namedtuple` for structured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Data Structures for Verification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`deque`: Double-ended queue for FIFO/LIFO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`TransactionQueue`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`defaultdict`: Dictionary with default values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`Counter`: Counting occurrences for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`namedtuple`: Structured data for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Data Structures for Verification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List Comprehensions: Creating lists from iterables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Dictionary Comprehensions: Creating dictionaries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iterables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Pattern: Comparing expected vs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Collection: Tracking coverage bins and hit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`deque`: Efficient FIFO/LIFO operations, thread-safe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async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`defaultdict`: Automatically creates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missing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Data Structures for Verification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`Counter`: Specialized dictionary for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occurrences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`namedtuple`: Lightweight alternative to classes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simple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Comprehensions: Pythonic way to create lists/dicts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iterables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Scoreboard: Common verification pattern for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Coverage: Tracking which values/conditions have been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Error Handling and Logging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Try/except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exceptions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chaining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Error Handling and Logging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`logging` module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handlers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 (preview)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Error Handling and Logging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logging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Exceptions: `VerificationError`,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`MismatchError`, `TimeoutError`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Handling: Try/except blocks with 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exception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Chaining: Using `raise ... from ...`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chain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Error Handling and Logging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Implementing retry mechanisms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Levels: DEBUG, INFO, WARNING, ERROR,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CRITICAL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Handlers: File and console handlers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Formatting: Custom log message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Statistics: Tracking pass/fail/error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Exceptions: Create domain-specific exceptions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better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Error Handling and Logging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Chaining: Preserve original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context with `raise ... from ...`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Implement robust error recovery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mechanisms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Levels: Use appropriate levels (DEBUG &lt; INFO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 WARNING &lt; ERROR &lt; CRITICAL)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Handlers: Multiple handlers (file, console)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Formatting: Customize log message format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timestamps, levels,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Statistics: Track test results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 for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Python examples (no simulator)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`./scripts/module1.sh` — runs all five Python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 tracks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--decorators --async-await`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selective example subsets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`python3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module1/examples/python_basics/transaction.py`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standalone OOP/transaction drill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cocotb RTL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--cocotb-tests` — build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cocotb regressions via orchestrator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`cd module1/tests/cocotb_tests &amp;&amp; make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TEST=test_and_gate` — single-test Makefile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`make SIM=verilator TEST=test_counter` —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 regression with reset/enable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pyuvm entry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--pyuvm-tests` — compile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run introductory pyuvm test against AND gate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`cd module1/tests/pyuvm_tests &amp;&amp; make SIM=verilator`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direct Make entry when debugging pyuvm wiring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`./scripts/module1.sh --all-tests` — Python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plus cocotb and pyuvm test suites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--help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module1/examples/python_basics/transaction.py</a:t>
            </a:r>
          </a:p>
        </p:txBody>
      </p:sp>
      <p:pic>
        <p:nvPicPr>
          <p:cNvPr id="4" name="Picture 3" descr="ex01_python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Decorators and Context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module1/examples/decorators/decorators_example.py</a:t>
            </a:r>
          </a:p>
        </p:txBody>
      </p:sp>
      <p:pic>
        <p:nvPicPr>
          <p:cNvPr id="4" name="Picture 3" descr="ex02_deco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Async/Await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module1/examples/async_await/async_example.py</a:t>
            </a:r>
          </a:p>
        </p:txBody>
      </p:sp>
      <p:pic>
        <p:nvPicPr>
          <p:cNvPr id="4" name="Picture 3" descr="ex03_async_aw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module1/examples/data_structures/data_structures_example.py</a:t>
            </a:r>
          </a:p>
        </p:txBody>
      </p:sp>
      <p:pic>
        <p:nvPicPr>
          <p:cNvPr id="4" name="Picture 3" descr="ex04_data_stru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Error Handling and Logging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module1/examples/error_handling/error_handling_example.py</a:t>
            </a:r>
          </a:p>
        </p:txBody>
      </p:sp>
      <p:pic>
        <p:nvPicPr>
          <p:cNvPr id="4" name="Picture 3" descr="ex05_error_hand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Python classes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decorators and context managers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and use async/await for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verification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Comprehend simulation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basic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Python testing frameworks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errors and implement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function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Await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Structure: Using `@cocotb.test()` decorator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Access: Reading and writing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(`dut.a`, `dut.b`, `dut.y`)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Control: Using `await Timer()` for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Python assertions for checking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Cases: Multiple test functions for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Truth Table Testing: Systematic testing of all input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`@cocotb.test()`: Decorator marks function as a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Access: `dut.signal_name.value` to read/write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`Timer()`: Advances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Python `assert` statements for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Organization: Multiple test functions in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Generation: Creating clock signal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`generate_clock()` coroutine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Implementing reset with proper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Logic Testing: Testing clocked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(sequential) circuits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 Control: Testing enable/disable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Edge Detection: Using `RisingEdge()` trigger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 Scenarios: Reset, increment, enable,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overflow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Generation: Background coroutine for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`cocotb.start_soon()`: Start background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`RisingEdge()`: Wait for clock 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Timing: Proper reset sequence with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Testing: Testing state machines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 Structure: `@uvm_test()` decorator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`build_phase()`, `run_phase()`,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`check_phase()`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Components: `uvm_test`, `uvm_env`, `uvm_agent`,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`uvm_driver`,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Sequences: `uvm_sequence`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`self.logger` for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Objections: Using `raise_objection()`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`drop_objection()` for test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Build, connect, run, check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Test → Environment →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Sequences: Generate and send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Objections: Control test execution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Pattern: UVM uses factory for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Python classes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decorators and context managers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async/await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verification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simulation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Python for verification and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module1/EXAMPLES.md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