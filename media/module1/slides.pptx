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MODULE1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module1/examples/python_basics/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module1/examples/decorators/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module1/examples/async_await/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module1/examples/data_structures/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module1/examples/error_handling/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5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5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54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1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Python and Verification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 Python for verification and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module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Understand Python for verification and verification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This module establishes the foundation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verification work. You'll learn essential Python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concept…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Design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RTL / block architecture</a:t>
            </a:r>
          </a:p>
        </p:txBody>
      </p:sp>
      <p:pic>
        <p:nvPicPr>
          <p:cNvPr id="3" name="Picture 2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1: DUT structure and key interfaces (see common_dut/rtl/).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Verification environment architecture</a:t>
            </a:r>
          </a:p>
        </p:txBody>
      </p:sp>
      <p:pic>
        <p:nvPicPr>
          <p:cNvPr id="3" name="Picture 2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1: UVM layers, agents, and checkers for this phase.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RTL block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DUTs in `module1/dut/simple_gates/` (AND gate)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`module1/dut/counters/` (counter with enable/res…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Synchronous blocks: clock, active-low reset, multi-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bit data paths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Flat hierarchy — no buses; ideal for first cocotb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signal access and pyuvm hook-up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Python verification layer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`module1/examples/` — pure Python (transactions,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decorators, async, data structures, logging)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`module1/tests/cocotb_tests/` — coroutine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testbenches driving RTL via cocotb handles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`module1/tests/pyuvm_tests/` — minimal UVM-style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hierarchy introduction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classes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`examples/python_basics/transaction.py` model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stimulus items reused in TB th…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Testbench mental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DUT (RTL) ← driver/stimulus ← test ←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checker/scoreboard ← monitor → observations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Simulation time advances on clock edges; Python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coroutines (`async`/`await`) align with cocotb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Assertions and logging close the loop between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expected and actual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Verification &amp; testing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Testing and closure flow</a:t>
            </a:r>
          </a:p>
        </p:txBody>
      </p:sp>
      <p:pic>
        <p:nvPicPr>
          <p:cNvPr id="3" name="Picture 2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1: how tests, checks, and metrics close verification goals.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cocotb testing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Tests in `test_and_gate.py`, `test_counter.py`: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reset, directed vectors, edge cases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Run: `cd module1/tests/cocotb_tests &amp;&amp; make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SIM=verilator TEST=test_and_gate`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Triggers: `RisingEdge(clk)`, `ReadOnly`/`Write`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phases for signal stability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pyuvm and Python unit-style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`./scripts/module1.sh --pyuvm-tests` — compile/run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introductory pyuvm tests against simple DUTs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Examples run without simulator (`python3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module1/examples/...`) to teach OOP patterns first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Error-handling example shows structured logging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debuggable regressions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Closure and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`./scripts/module1.sh --check` runs required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examples and tests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Combine directed cocotb tests with transaction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equality (`__eq__`, `__hash__`) from Python examples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Assessment: OOP for verification, basic TB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structure, cocotb + pyuvm entry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Python Classes and Inheritance for Verification (1/6)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Object-Oriented Programming Basics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Classes and objects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Instance variables and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Class variables and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Encapsulation concepts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Inheritance in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Python Classes and Inheritance for Verification (2/6)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Single inheritance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inheritance (MRO)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overriding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`super()` function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Special Methods (Dunder Methods)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`__init__()` for initialization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Python Classes and Inheritance for Verification (3/6)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`__str__()` and `__repr__()` for string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representation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`__eq__()` for equality comparison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`__hash__()` for hashable objects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Class Design Patterns for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Factory pattern basics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Singleton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Python Classes and Inheritance for Verification (4/6)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Builder pattern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Strategy pattern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Base `Transaction` class with class variables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(`_id_counter`)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Instance variables (`id`, `data`, `timestamp`)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Special methods: `__init__()`, `__str__()`,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`__repr__()`, `__eq__()`, `__hash__()`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Inheritance: `ReadTransaction`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`WriteTransaction` inherit from `Transaction`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Python Classes and Inheritance for Verification (5/6)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overriding: Child classes override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`__str__()` method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`super()` to call parent class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Transaction(id=1, data=4660, timestamp=0)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ReadTransaction(id=2, address=0x1000, data=0xDEAD)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WriteTransaction(id=3, address=0x2000, data=0xBEEF)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Class Variables: `_id_counter` is shared across all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instances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Python Classes and Inheritance for Verification (6/6)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Instance Variables: Each transaction has its own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`id`, `data`, `timestamp`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Special Methods: Enable Pythonic behavior (string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representation, equality, hashing)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Inheritance: `ReadTransaction`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`WriteTransaction` extend base functionality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Overriding: Child classes customize string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Decorators and Context Managers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Python Decorators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Function decorators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Class decorators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Decorator syntax and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Common decorators (`@property`, `@staticmethod`,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`@classmethod`)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Context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Decorators and Context Managers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`with` statement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`__enter__()` and `__exit__()`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Context manager protocol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`contextlib` utilities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Verification-Specific Decorators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cocotb decorators (`@cocotb.test()`,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`@cocotb.coroutine`)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Decorators and Context Managers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Custom decorators for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decorators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Function Decorators: `@timing_decorator`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`@log_calls_decorator` wrap functions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Decorator Stacking: Multiple decorators can be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applied to the same function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Context Manager Class: `VerificationContext`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implements `__enter__()` and `__exit__()`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Function-based Context Manager: `simulation_phase()`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using `@contextmanager`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Decorators and Context Managers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Nested Context Managers: Using multiple context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managers together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Logging Integration: Decorators and context managers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use Python's logging module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Decorators: Functions that modify other functions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without changing their code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`functools.wraps`: Preserves function metadata when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decorating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Context Managers: Ensure proper resource cleanup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using `with` statements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Exception Handling: Context managers can handle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exceptions in `__exit__()`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Decorators and Context Managers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Logging: Integration with Python's logging module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for verification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Async/Await for Simulation (1/6)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Asynchronous Programming Concepts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Coroutines vs functions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Event loop basics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Concurrency vs parallelism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Python `async` and `await`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Defining async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Async/Await for Simulation (2/6)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Awaiting coroutines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Async context managers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Async iterators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cocotb Coroutines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cocotb coroutine concept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`await` for simulation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Async/Await for Simulation (3/6)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Trigger objects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Coroutine scheduling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Common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Parallel coroutines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Sequential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Timeout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Async/Await for Simulation (4/6)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Exception handling in async code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Async Functions: Defining coroutines with `async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def`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Awaiting Operations: Using `await` to wait for async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operations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Generation: Simulating clock signals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async functions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Parallel Execution: Running multiple coroutines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concurrently with `asyncio.gather()`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Sequential Execution: Running coroutines one after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another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Async/Await for Simulation (5/6)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Timeout Handling: Using `asyncio.wait_for()`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timeout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Exception Handling: Catching exceptions in async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code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Queues: Using `asyncio.Queue` for communication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between coroutines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Coroutines: Functions defined with `async def` that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can be paused and resumed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Event Loop: `asyncio.run()` creates and manages the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event loop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Concurrency: Multiple coroutines can run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concurrently (not in parallel)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Async/Await for Simulation (6/6)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`asyncio.gather()`: Runs multiple coroutines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concurrently and waits for all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`asyncio.wait_for()`: Adds timeout to coroutine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Async Queues: `asyncio.Queue` for safe communication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between coroutines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Simulation Time: In cocotb, `await Timer()` advances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simulation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Verification Fundamentals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is Verification?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Design vs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Verification goals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Verification metrics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Verification lifecycle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Testbench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Verification Fundamentals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Testbench components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Stimulus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Response checking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collection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Verification Levels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Unit level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Verification Fundamentals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Block level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 level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SoC level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Testbench Architecture Basics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Testbench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Design Under Test (DUT)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Testbench components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 definition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and reset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Stimulus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Testbench Architecture Basics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Deterministic stimulus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 stimulus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Constrained random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Directed tests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Response Checking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Self-checking testbenches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Testbench Architecture Basics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Reference models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Simulation Flow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Simulation Phases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Initialization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phase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Cleanup phase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Simulation Flow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Simulation time vs real time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Time units (ns, ps, etc.)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cycles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relationships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Event-Driven Simulation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Event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Simulation Flow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Delta cycles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updates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Trigger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Assertions Introduction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are Assertions?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Immediate assertions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Concurrent assertions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 types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Basic Assertions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Simple property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Assertions Introduction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value assertions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assertions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When to use assertions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 placement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 messages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Assertions Introduction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Python Testing Frameworks (Overview)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pytest Basics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discovery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Fixtures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Parametrization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Markers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Unit Testing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Python Testing Frameworks (Overview)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isolation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Mocking and stubbing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Integration with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pytest with cocotb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Python Testing Frameworks (Overview)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organization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Reporting and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Data Structures for Verification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Lists and Dictionaries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Common operations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List comprehensions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Dictionary comprehensions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Nested structures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Collections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Data Structures for Verification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`deque` for queues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`defaultdict` for default values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`Counter` for counting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`namedtuple` for structured data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Verification-Specific Structures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queues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Data Structures for Verification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 data structures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data structures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`deque`: Double-ended queue for FIFO/LIFO operations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 `TransactionQueue`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`defaultdict`: Dictionary with default values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scoreboard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`Counter`: Counting occurrences for statistics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`namedtuple`: Structured data for transactions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Data Structures for Verification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List Comprehensions: Creating lists from iterables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Dictionary Comprehensions: Creating dictionaries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from iterables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 Pattern: Comparing expected vs actual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results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Collection: Tracking coverage bins and hit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counts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`deque`: Efficient FIFO/LIFO operations, thread-safe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for async code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`defaultdict`: Automatically creates default values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for missing keys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Data Structures for Verification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`Counter`: Specialized dictionary for counting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occurrences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`namedtuple`: Lightweight alternative to classes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simple data structures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Comprehensions: Pythonic way to create lists/dicts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from iterables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Scoreboard: Common verification pattern for checking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results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Coverage: Tracking which values/conditions have been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10. Error Handling and Logging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Exception Handling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Try/except blocks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Exception types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Custom exceptions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Exception chaining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Logging in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10. Error Handling and Logging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`logging` module basics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 levels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 formatting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 handlers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Verification Logging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reporting (preview)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10. Error Handling and Logging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Testbench logging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 logging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Custom Exceptions: `VerificationError`,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`MismatchError`, `TimeoutError`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Exception Handling: Try/except blocks with specific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exception types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Exception Chaining: Using `raise ... from ...`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chain exceptions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10. Error Handling and Logging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Retry Logic: Implementing retry mechanisms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error handling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Logging Levels: DEBUG, INFO, WARNING, ERROR,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CRITICAL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 Handlers: File and console handlers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 Formatting: Custom log message formats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Verification Statistics: Tracking pass/fail/error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counts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Custom Exceptions: Create domain-specific exceptions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for better error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10. Error Handling and Logging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Exception Chaining: Preserve original exception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context with `raise ... from ...`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Retry Logic: Implement robust error recovery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mechanisms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Logging Levels: Use appropriate levels (DEBUG &lt; INFO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&lt; WARNING &lt; ERROR &lt; CRITICAL)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 Handlers: Multiple handlers (file, console)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different outputs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 Formatting: Customize log message format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timestamps, levels, etc.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Verification Statistics: Track test results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errors for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1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./scripts/module1.sh --check</a:t>
            </a:r>
          </a:p>
        </p:txBody>
      </p:sp>
      <p:pic>
        <p:nvPicPr>
          <p:cNvPr id="4" name="Picture 3" descr="module1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 scaffold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./scripts/module1.sh --scaffold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Transaction Classes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 module1/examples/python_basics/transaction.py</a:t>
            </a:r>
          </a:p>
        </p:txBody>
      </p:sp>
      <p:pic>
        <p:nvPicPr>
          <p:cNvPr id="4" name="Picture 3" descr="ex01_python_bas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Decorators and Context Managers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 module1/examples/decorators/decorators_example.py</a:t>
            </a:r>
          </a:p>
        </p:txBody>
      </p:sp>
      <p:pic>
        <p:nvPicPr>
          <p:cNvPr id="4" name="Picture 3" descr="ex02_decora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Async/Await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 module1/examples/async_await/async_example.py</a:t>
            </a:r>
          </a:p>
        </p:txBody>
      </p:sp>
      <p:pic>
        <p:nvPicPr>
          <p:cNvPr id="4" name="Picture 3" descr="ex03_async_awa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Data Structures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</a:t>
            </a:r>
          </a:p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module1/examples/data_structures/data_structures_example.py</a:t>
            </a:r>
          </a:p>
        </p:txBody>
      </p:sp>
      <p:pic>
        <p:nvPicPr>
          <p:cNvPr id="4" name="Picture 3" descr="ex04_data_struc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Error Handling and Logging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</a:t>
            </a:r>
          </a:p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module1/examples/error_handling/error_handling_example.py</a:t>
            </a:r>
          </a:p>
        </p:txBody>
      </p:sp>
      <p:pic>
        <p:nvPicPr>
          <p:cNvPr id="4" name="Picture 3" descr="ex05_error_hand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Class Design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Async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Testbench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write Python classes with inheritance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Understands decorators and context managers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use async/await effectively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Understands verification fundamentals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explain testbench architecture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Understands simulation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 Python for verification and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fundamentals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module1/CHECKLIST.md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./scripts/module1.sh --check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Next module in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