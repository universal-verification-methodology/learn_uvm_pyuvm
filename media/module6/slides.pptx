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module6/examples/multi_agent/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module6/examples/protocol/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module6/examples/protocol_checkers/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module6/examples/scoreboards/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module6/examples/architecture/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6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Complex Testbenches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complex multi-agent testbenches with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Build complex multi-agent testbenches with protocol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focuses on building complex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environments with multiple agents, protocol ve…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6: DUT structure and key interfaces (see common_dut/rtl/).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6: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Protocol DUT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`module6/dut/protocols/axi4_lite_slave.v` — five-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channel AXI4-Lite slave + memory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Separate address/write/read response channels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exercise real protocol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Multi-agent TB can attach initiator agents while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acts as slave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Complex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agents (e.g., master, memory, low-speed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peripheral) under one `uvm_env`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checkers validate handshake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independent of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scoreboards: per-agent checks + system-level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consistency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Architecture example documents reusable env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package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 coordinate cross-agent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(config then traffic)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Monitors on each interface feed checkers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Reference models optional for memory content golden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6: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Protocol verification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 asserts AW/W/B/AR/R channel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AXI transactions in `protocol_example.py`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`test_complex_testbench`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Multi-agent tests verify concurrent masters do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violate slave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System-level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correlates transactions across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(address, data, response)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Architecture tests validate env wiring before long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Debug: transaction logs, UVM verbosity,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waveforms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`./scripts/module6.sh --check`; exercises extend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multi-agent and protocol checkers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Assessment: multi-agent envs, protocol verification,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complex scoreboards, architecture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Multi-Agent Environments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agent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Multi-Agent Environments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Master-slave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Peer-to-peer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Multi-Agent Environments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environments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Flat environments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Mixed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Verification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protocol verification?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 Protocol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 protocol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AXI4-Lite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AXI4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 protocol checker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agent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Testbench Architecture Patterns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Abstraction layers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Testbench Architecture Patterns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Templates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templates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Testbench Architecture Patterns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Template customization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Template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Template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Debugging and Analysis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Debugging Techniques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Debugging and Analysis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tracing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replay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VCD/FST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Debugging and Analysis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viewing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tracing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parsing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Debugging and Analysis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Verification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Channel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channels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Channel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Channel independence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Channel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Bidirectional 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Verification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Master-slave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Bidirectional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Performance Verification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Throughput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Performance Verification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Throughput measurement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Bandwidth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Latency measurement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Error Injection and Recovery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Injection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injection mechanisms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Recovery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Error Injection and Recovery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Recovery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Recovery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Recovery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Recovery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Testbench Integration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Testbench Integration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System-level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Advanced Scoreboarding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channel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Channel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Time-Based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Advanced Scoreboarding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Temporal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windows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Matching algorithms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Matching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Testbench Maintenance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Namespace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Testbench Maintenance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workflows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Branching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review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Release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6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--check</a:t>
            </a:r>
          </a:p>
        </p:txBody>
      </p:sp>
      <p:pic>
        <p:nvPicPr>
          <p:cNvPr id="4" name="Picture 3" descr="module6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Multi-Agent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module6/examples/multi_agent/multi_agent_example.py</a:t>
            </a:r>
          </a:p>
        </p:txBody>
      </p:sp>
      <p:pic>
        <p:nvPicPr>
          <p:cNvPr id="4" name="Picture 3" descr="ex01_mult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Protocol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module6/examples/protocol/protocol_example.py</a:t>
            </a:r>
          </a:p>
        </p:txBody>
      </p:sp>
      <p:pic>
        <p:nvPicPr>
          <p:cNvPr id="4" name="Picture 3" descr="ex02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Protocol Checker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module6/examples/protocol_checkers/protocol_checker_example.py</a:t>
            </a:r>
          </a:p>
        </p:txBody>
      </p:sp>
      <p:pic>
        <p:nvPicPr>
          <p:cNvPr id="4" name="Picture 3" descr="ex03_protocol_che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Multi-Channel Scoreboard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module6/examples/scoreboards/multi_channel_scoreboard_example.py</a:t>
            </a:r>
          </a:p>
        </p:txBody>
      </p:sp>
      <p:pic>
        <p:nvPicPr>
          <p:cNvPr id="4" name="Picture 3" descr="ex04_scorebo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module6/examples/architecture/architecture_example.py</a:t>
            </a:r>
          </a:p>
        </p:txBody>
      </p:sp>
      <p:pic>
        <p:nvPicPr>
          <p:cNvPr id="4" name="Picture 3" descr="ex05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Multi-Agent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design multi-agent environments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architecture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debug complex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analyze simulation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coordinate multiple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complex multi-agent testbenches with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module6/CHECKLIST.md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./scripts/module6.sh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