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docs/MODULE6.md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module6/EXAMPLES.md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docs/MODULE6.md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docs/MODULE6.md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docs/MODULE6.md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module6/examples/multi_agent/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module6/examples/protocol/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module6/examples/protocol_checkers/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module6/examples/scoreboards/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module6/examples/architecture/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MODULE6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6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Complex Testbenches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complex multi-agent testbenches with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Build complex multi-agent testbenches with protocol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focuses on building complex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environments with multiple agents, protocol ve…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 5 multi-agent and virtual sequence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carry forward — AXI adds real protocol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Read `module6/dut/protocols/axi4_lite_slave.v`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AW/W/B/AR/R channel interfaces before stimulus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`--multi-agent` and `--protocol` examples before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`--protocol-checkers` and scoreboard labs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 initiator vs slave roles: DUT is slave;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TB agents play masters/memory/peripheral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Architecture example documents env packaging — study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`test_complex_testbench.py`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Protocol DUT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`module6/dut/protocols/axi4_lite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_slave.v` — five-channel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AXI4-Lite slave + memory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Separate address/write/read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response channels exercise real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protocol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 TB can attach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initiator agents while DUT acts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 slave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Complex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agents (e.g., master,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memory, low-speed peripheral)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under one `uvm_env`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checkers validate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 rules independent of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scoreboards: per-agent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 + system-level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consistency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Architecture example documents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reusable env patterns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package boundaries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Build: Verilator compiles AXI slave RTL;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instantiates master/memory/peripheral agents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Connect: each agent monitor feeds protocol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scoreboard analysis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Sim: virtual sequences configure agents then launch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 read/write traffic to slave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Check: protocol checker asserts channel rules;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correlates addr/data/response across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Virtual sequences coordinate cross-agent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(config then traffic)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Monitors on each interface feed checkers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models optional for memory content golden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scoreboard ties master observations to slave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memory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— AXI4-Lite slave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/**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Module 6: AXI4-Lite Slave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A simplified AXI4-Lite slave for protocol verification.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Ports: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ACLK:     Clock signal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ARESETn:  Active-low reset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Write Address Channel: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AWVALID:  Write address valid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AWREADY:  Write address ready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AWADDR:   Write address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AWPROT:   Write protection type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*   Write Data Channel: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Multi-agent testbench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Module 6 Test: Complex Testbench Test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Complete testbench demonstrating complex multi-agent environment.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"""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import cocotb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cocotb.clock import Clock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cocotb.triggers import Timer, RisingEdge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Explicitly import uvm_seq_item_pull_port - it may not be exported by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from pyuvm import 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Try multiple possible import paths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_uvm_seq_item_pull_port = None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try: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# First try: check if it's in the namespace after from pyuvm import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*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_uvm_seq_item_pull_port = globals()['uvm_seq_item_pull_port']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except KeyError: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`module6/dut/protocols/axi4_lite_slave.v` — five-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channel AXI4-Lite slave with memory 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`module6/examples/protocol/protocol_example.py`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directed AXI4-Lite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`module6/examples/multi_agent/multi_agent_example.py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 — multiple agents under one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`module6/examples/protocol_checkers/protocol_checker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_example.py` — handshake rule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`module6/tests/pyuvm_tests/test_complex_testbench.py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 — system-level multi-agent regression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`scripts/module6.sh` — routes protocol, checker,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and architecture example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Protocol verification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 asserts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AW/W/B/AR/R channel rules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AXI transactions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`protocol_example.py`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`test_complex_testbench`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 tests verify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concurrent masters do not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violate slave assumptions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System-level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correlates transactions across 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(address, data, response)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Architecture tests validate env wiring before long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Debug: transaction logs, UVM verbosity, 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waveforms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Step-by-step lab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1. Multi-agent wiring: `./scripts/module6.sh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--multi-agent`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2. Directed protocol: `./scripts/module6.sh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--protocol`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3. Protocol checkers: `./scripts/module6.sh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--protocol-checkers`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4. Scoreboards/architecture: `./scripts/module6.sh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--scoreboards --architecture`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5. System regression: `./scripts/module6.sh --pyuvm-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tests` — full complex testbench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--pyuvm-tests`; exercises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extend multi-agent and protocol checkers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multi-agent envs, protocol verification,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complex scoreboards, architecture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Explain how checker failures differ from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data mismatches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Multi-Agent Environments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Multi-Agent Environments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Master-slave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Peer-to-peer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Multi-Agent Environments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Flat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Mixed environments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protocol verification?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compliance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Protocol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protocol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AXI4-Lite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AXI4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AXI protocol checker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Custom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agent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Checker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rule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Protocol Verification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detection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Testbench Architecture Patterns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Testbench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Abstraction layers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communication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Reusable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Testbench Architecture Patterns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reuse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Templates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 templates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Testbench Architecture Patterns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customization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Template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Debugging and Analysis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Debugging Techniques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Recording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Debugging and Analysis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logging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replay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VCD/FST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Debugging and Analysis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 viewing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Signal tracing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Timing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Log parsing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Debugging and Analysis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Verification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channels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 independence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Bidirectional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Multi-Channel Verification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Master-slave interfaces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Bidirectional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Interface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Performance Verification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Monitoring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metrics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collection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Throughput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Performance Verification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Throughput measurement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Bandwidth analysis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Latency measurement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Error Injection and Recovery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Injection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injection mechanisms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Error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Recovery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Error Injection and Recovery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Recovery scenarios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Recovery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Recovery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Recovery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Testbench Integration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testing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Testbench Integration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System-level integration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Advanced Scoreboarding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Multi-Channel Scoreboards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channel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Channel coordination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optimization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Time-Based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Advanced Scoreboarding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Temporal matching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Time windows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Matching algorithms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Matching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Testbench Maintenance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File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Namespace management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Testbench Maintenance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Git workflows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Branching strategies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Code review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Release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Protocol and agent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--multi-agent --protocol`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 fabric and directed AXI traffic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--protocol-checkers`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independent protocol rule validation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--scoreboards --architecture`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layered checking and env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Complex testbench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--pyuvm-tests`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`test_complex_testbench` full env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`cd module6/tests/pyuvm_tests &amp;&amp; make SIM=verilator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TEST=test_complex_testbench`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`./scripts/module6.sh --skip-examples --pyuvm-tests`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— system test when components are validated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Debug concurrent traffic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logs plus UVM verbosity — trace AW/W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ordering vs W data beats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checker failures often precede scoreboard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mismatches — fix checker errors first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Waveforms on `awvalid/awready`, `wvalid/wready` for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handshake stalls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6 orchestrator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./scripts/module6.sh --help</a:t>
            </a:r>
          </a:p>
        </p:txBody>
      </p:sp>
      <p:pic>
        <p:nvPicPr>
          <p:cNvPr id="4" name="Picture 3" descr="module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./scripts/module6.sh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Multi-Agent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module6/examples/multi_agent/multi_agent_example.py</a:t>
            </a:r>
          </a:p>
        </p:txBody>
      </p:sp>
      <p:pic>
        <p:nvPicPr>
          <p:cNvPr id="4" name="Picture 3" descr="ex01_multi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Protocol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module6/examples/protocol/protocol_example.py</a:t>
            </a:r>
          </a:p>
        </p:txBody>
      </p:sp>
      <p:pic>
        <p:nvPicPr>
          <p:cNvPr id="4" name="Picture 3" descr="ex02_proto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Protocol Checker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module6/examples/protocol_checkers/protocol_checker_example.py</a:t>
            </a:r>
          </a:p>
        </p:txBody>
      </p:sp>
      <p:pic>
        <p:nvPicPr>
          <p:cNvPr id="4" name="Picture 3" descr="ex03_protocol_chec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Multi-Channel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module6/examples/scoreboards/multi_channel_scoreboard_example.py</a:t>
            </a:r>
          </a:p>
        </p:txBody>
      </p:sp>
      <p:pic>
        <p:nvPicPr>
          <p:cNvPr id="4" name="Picture 3" descr="ex04_scorebo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module6/examples/architecture/architecture_example.py</a:t>
            </a:r>
          </a:p>
        </p:txBody>
      </p:sp>
      <p:pic>
        <p:nvPicPr>
          <p:cNvPr id="4" name="Picture 3" descr="ex0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multi-agent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testbench architecture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 complex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Analyze simulation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Coordinate multiple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Monitor performance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Integrate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Apply industry best practices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agents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Multi-Agent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Testbench Architecture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Debugging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design multi-agent environments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implement protocol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architecture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debug complex testbenches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analyze simulation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coordinate multiple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complex multi-agent testbenches with protocol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module6/CHECKLIST.md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module6/EXAMPLES.md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