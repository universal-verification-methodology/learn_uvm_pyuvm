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notesMaster" Target="notesMasters/notesMaster1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MODULE0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from course repository root.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0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Installation and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Set up development environment and verify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installation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module README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Set up development environment and verify installation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This module covers the complete setup of your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 environment, including all required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tool…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Design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RTL / block architecture</a:t>
            </a:r>
          </a:p>
        </p:txBody>
      </p:sp>
      <p:pic>
        <p:nvPicPr>
          <p:cNvPr id="3" name="Picture 2" descr="rt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0: DUT structure and key interfaces (see common_dut/rtl/).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Verification environment architecture</a:t>
            </a:r>
          </a:p>
        </p:txBody>
      </p:sp>
      <p:pic>
        <p:nvPicPr>
          <p:cNvPr id="3" name="Picture 2" descr="verific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0: UVM layers, agents, and checkers for this phase.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Toolchain and repository layout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Course root: `docs/`, `moduleN/`,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`scripts/moduleN.sh`, `media/moduleN/` for slides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video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Python 3.10+ virtual environment (`.venv`) holds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cocotb, pyuvm, and course dependencies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Verilator compiles RTL when modules include `dut/`;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cocotb bridges Python testbenches to the simula…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Orchestrator `scripts/module0.sh` installs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verifies Verilator, cocotb, and pyuvm in order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Verification stack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Bottom layer: OS, compiler (GCC/Clang), Make/Ninja,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Git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Simulator layer: Verilator (default) produces fast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cycle-accurate models from SystemVerilog/Verilog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Testbench layer: cocotb (coroutine-driven) and pyuvm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(UVM 1.2 in Python) share the same venv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Artifacts: logs under module runs, optional VCD/FST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waveforms from Make targets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What is not in this module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 DUT or UVM hierarchy yet — focus is reproducible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environment setup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Later modules attach Python tests to RTL under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`moduleN/dut/`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Self-check only validates tools; functional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 starts in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Verification &amp; testing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Testing and closure flow</a:t>
            </a:r>
          </a:p>
        </p:txBody>
      </p:sp>
      <p:pic>
        <p:nvPicPr>
          <p:cNvPr id="3" name="Picture 2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0: how tests, checks, and metrics close verification goals.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Installation verification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`./scripts/module0.sh` for full install or per-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tool flags (`--verilator-mode`, `--cocotb-mode`,…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`./scripts/module0.sh --check` confirms `verilator`,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`cocotb-config`, and importable `pyuvm`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Version probes (`verilator --version`, `python -c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'import cocotb'`) catch PATH and venv mistakes ea…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Smoke and regression mindset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Treat install as the first regression: every tool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must pass before Module 1 labs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Re-run `--check` after OS updates or submodule pulls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Document failures in install logs; fix one layer at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 time (compiler → Verilator → Python packages)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Closure for Module 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Pass criteria: all install scripts succeed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`--check` reports required tools present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Optional: run a minimal cocotb compile in Module 1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only after Module 0 passes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Assessment checklist in MODULE0 maps environment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readiness to course 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Syllabus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System Requirements and Prerequisites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Operating System Support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Linux (Ubuntu/Debian, CentOS/RHEL, Fedora)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macOS (Intel and Apple Silicon)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Windows (WSL2 recommended)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Hardware Requirements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Minimum 4GB RAM (8GB+ recommended)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System Requirements and Prerequisites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10GB free disk space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Multi-core processor recommended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Software Prerequisites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Python 3.8+ (3.10+ recommended)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Git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C/C++ compiler (GCC, Clang, or MSVC)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System Requirements and Prerequisites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Make or Ninja build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Python Environment Setup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Python Installation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Installing Python 3.10+ on Linux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Installing Python 3.10+ on macOS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Installing Python 3.10+ on Windows/WSL2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Verifying Python installation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Environment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Python Environment Setup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Using `venv` (Python built-in)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Using `conda` (Anaconda/Miniconda)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Using `uv` or `rye` (modern Python package managers)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Best practices for virtual environments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Package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pip 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Python Environment Setup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requirements.txt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Dependency resolution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Verilator Installation (1/6)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What is Verilator?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Open-source Verilog/SystemVerilog simulator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Fast compilation and simulation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Integration with cocotb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Automated Installation (Recommended)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Using the installation script: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Verilator Installation (2/6)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The script automatically: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Checks for existing installations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Installs system dependencies (build tools,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libraries)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Sets up git submodule in `tools/verilator/`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Builds and installs Verilator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Verifies the installation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Verilator Installation (3/6)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Manual Installation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Linux Installation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Ubuntu/Debian: `sudo apt-get install verilator`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CentOS/RHEL: `sudo yum install verilator` or `sudo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dnf install verilator`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Fedora: `sudo dnf install verilator`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Building from source (latest features)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Verilator Installation (4/6)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macOS Installation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Homebrew installation: `brew install verilator`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MacPorts installation (alternative)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Building from source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Windows/WSL2 Installation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Installing in WSL2 Ubuntu: `sudo apt-get install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verilator`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Verilator Installation (5/6)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Building from source in WSL2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Verifying installation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Uninstallation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Verification Steps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 Verilator version: `verilator --version`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simple Verilator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Verilator Installation (6/6)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Verify compilation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cocotb Installation and Verification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What is cocotb?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Coroutine-based testbench framework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Python testbenches for hardware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Simulator abstraction layer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Automated Installation (Recommended)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Using the installation script: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cocotb Installation and Verification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The script automatically: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Creates/uses virtual environment (default: `.venv`)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Sets up git submodule in `tools/cocotb/` (if using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submodule mode)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Installs dependencies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Installs cocotb (via pip or from source)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Verifies the installation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cocotb Installation and Verification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Manual Installation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pip installation (recommended):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Development installation from source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Version pinning for stability: `pip install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cocotb==2.0.0`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Uninstallation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Simulator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cocotb Installation and Verification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Verilator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Icarus Verilog configuration (alternative)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ModelSim/QuestaSim configuration (if available)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GHDL configuration (VHDL support)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Environment Variables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`COCOTB_REDUCED_LOG_FMT`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cocotb Installation and Verification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`MODULE` and `TESTCASE`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`SIM` variable for simulator selection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Verification Steps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Import cocotb successfully: `python3 -c "import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cocotb; print(cocotb.__version__)"`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simple cocotb test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Verify simulator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pyuvm Installation and Verification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What is pyuvm?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Python implementation of UVM 1.2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Works with cocotb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Full UVM methodology support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Automated Installation (Recommended)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Using the installation script: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pyuvm Installation and Verification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The script automatically: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Creates/uses virtual environment (default: `.venv`)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Sets up git submodule in `tools/pyuvm/` (if using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submodule mode)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Installs dependencies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Installs pyuvm (via pip or from source)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Verifies the installation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pyuvm Installation and Verification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Manual Installation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pip installation: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Installation from source (development)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Version selection and compatibility: `pip install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pyuvm==2.9.0`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Uninstallation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Dependencies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pyuvm Installation and Verification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Understanding pyuvm dependencies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Resolving dependency conflicts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Updating pyuvm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Verification Steps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Import pyuvm successfully: `python3 -c "import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pyuvm; print(pyuvm.__version__)"`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 pyuvm 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pyuvm Installation and Verification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simple pyuvm test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Verify UVM classes available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IDE Setup and Configuration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Recommended IDEs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VS Code with Python extension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PyCharm (Community or Professional)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Vim/Neovim with LSP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Emacs with Python support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VS Code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IDE Setup and Configuration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Python extension setup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Pylance/Pyright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Debugging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Task runner setup for simulations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Extension recommendations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PyCharm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IDE Setup and Configuration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Python interpreter setup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environment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configurations for tests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Debugging setup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Editor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Python formatting (Black, Ruff)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IDE Setup and Configuration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Linting (pylint, flake8, ruff)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Type checking (mypy, pyright)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Code formatting on save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Project Structure Setup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Directory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Source code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directory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DUT (Design Under Test)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files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`tools/` directory for git submodules (Verilator,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cocotb, pyuvm)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Project Structure Setup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Git Submodules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Tools are managed as git submodules in the `tools/`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directory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Initialize submodules: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`./scripts/init_submodules.sh` or `git submodule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update --init --recursive`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Update submodules: `./scripts/update_submodules.sh`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or `git submodule update --remote`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Add new submodule: `./scripts/add_submodule.sh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&lt;repo_url&gt; &lt;path&gt;`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Remove submodule: `./scripts/remove_submodule.sh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&lt;path&gt;`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Project Structure Setup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Makefile/Configuration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Simple Makefile for running tests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pytest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cocotb Makefile setup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Environment variable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Version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0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Project Structure Setup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Git initialization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.gitignore for Python and simulation (include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`.venv/`, `__pycache__/`, build artifacts)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Initial commit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Git submodules in `.gitmodules` 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0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First "Hello World" Verification Test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Prerequisites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Ensure all tools are installed: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`./scripts/module0.sh --verify-only`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Activate virtual environment: `source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.venv/bin/activate` (if using venv)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Verify tools are accessible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Simple DUT Creation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Basic Verilog module (e.g., AND gate)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0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First "Hello World" Verification Test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Simple testbench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cocotb Test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Basic cocotb test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driving and reading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Running the test (requires Verilator and cocotb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be installed)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0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First "Hello World" Verification Test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pyuvm Test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First UVM test class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Basic UVM phases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Running pyuvm test (requires cocotb and pyuvm to be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installed)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Understanding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Troubleshooting Common Issues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Python Issues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Python version conflicts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environment activation problems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Package installation failures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Verilator Issues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Compilation errors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Troubleshooting Common Issues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Missing dependencies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Version compatibility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Path issues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cocotb Issues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Simulator not found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Import errors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0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Troubleshooting Common Issues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Environment variable problems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 loading issues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pyuvm Issues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Import errors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Version compatibility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Dependency conflicts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0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Troubleshooting Common Issues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IDE Issues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Python interpreter not found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Import resolution problems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Debugging not working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0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10. Verification Checklist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Python 3.10+ installed and working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environment created and activated (or use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`./scripts/module0.sh` which creates it automatic…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Verilator installed and verified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Using script: `./scripts/install_verilator.sh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--from-submodule`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Verify: `verilator --version`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cocotb installed and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0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10. Verification Checklist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Using script: `./scripts/install_cocotb.sh --pip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--venv .venv`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Verify: `python3 -c "import cocotb;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print(cocotb.__version__)"`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pyuvm installed and verified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Using script: `./scripts/install_pyuvm.sh --pip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--venv .venv`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Verify: `python3 -c "import pyuvm;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print(pyuvm.__version__)"`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All tools verified together: `./scripts/module0.sh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--verify-only`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0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10. Verification Checklist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IDE configured and working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First test runs successfully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create and run simple testbench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 basic project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Know how to get help when stuck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0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0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0 self-check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./scripts/module0.sh --check</a:t>
            </a:r>
          </a:p>
        </p:txBody>
      </p:sp>
      <p:pic>
        <p:nvPicPr>
          <p:cNvPr id="4" name="Picture 3" descr="module0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0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 scaffold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./scripts/module0.sh --scaffold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0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Installation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Environment Setup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First Test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IDE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Project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0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Assessment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install all required tools independently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set up Python virtual environment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verify Verilator installation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verify cocotb installation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verify pyuvm installation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configure IDE for verification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0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Set up development environment and verify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installation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module0/CHECKLIST.md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./scripts/module0.sh --check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Next module in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