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docs/MODULE0.md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Entry point for Verilator, cocotb, and pyuvm install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module0/EXAMPLES.md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docs/MODULE0.md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docs/MODULE0.md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docs/MODULE0.md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MODULE0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0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Installation and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up development environment and verify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Set up development environment and verify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the complete setup of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environment, including all required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Clone the repo and read `docs/MODULE0.md`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toolchain expectations (GCC/Clang, Python 3.10+,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Git,…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Confirm you have build essentials for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(`sudo apt install build-essential` on Debian/Ubunt…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Decide install modes: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(`submodule`/`system`/`source`), cocotb/pyuvm (`pip`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`submodule`…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Plan for a project-local venv at `.venv`; activate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 (`source .venv/bin/activate`) before any Pyth…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RTL or simulation in this module — success means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every tool probe passes before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Toolchain and repository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Course root: `docs/`,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`moduleN/`,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`scripts/moduleN.sh`,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`media/moduleN/` for slides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video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3.10+ virtual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(`.venv`) holds cocotb, pyuvm,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course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compiles RTL when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modules include `dut/`;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bridges Python testbenches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simula…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Orchestrator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`scripts/module0.sh` installs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verifies Verilator, cocotb,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pyuvm in order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Verification 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Bottom layer: OS, compiler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(GCC/Clang), Make/Ninja, 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layer: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(default) produces fast cycle-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accurate models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SystemVerilog/Verilog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layer: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(coroutine-driven) and pyuvm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(UVM 1.2 in Python) share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same venv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Artifacts: logs under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runs, optional VCD/FST waveforms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Make targets in later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modules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Install: `module0.sh` → dependency scripts → venv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population → version probes (no compile/sim/check…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not applicable — no DUT or Makefile targets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Module 0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Sim: not applicable — cocotb/Verilator coupling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validated only via import and `--version` probes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`--verify-only` aggregates pass/fail;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three tools must report OK before Module 1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What is not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DUT or UVM hierarchy — focus is reproducible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Later modules attach Python tests to RTL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`moduleN/dut/`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only validates tools; functional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starts in Module 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Waveforms, scoreboards, and regression Makefiles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appear from Module 1 onward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Install orchestrator (excerpt)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#!/bin/bash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Module 0: Installation and Setup Orchestrator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This script orchestrates the installation of all tools required for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 ./module0.sh [OPTIONS]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set -euo pipefail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Colors for output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RED='\033[0;31m'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GREEN='\033[0;32m'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YELLOW='\033[1;33m'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BLUE='\033[0;34m'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CYAN='\033[0;36m'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NC='\033[0m' # No Color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`scripts/module0.sh` — orchestrator for Verilator,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cocotb, and pyuvm install plus verification prob…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`scripts/install_verilator.sh` — builds or links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 per `--verilator-mode`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`scripts/install_cocotb.sh` — installs cocotb into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`.venv` or submodule tree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`scripts/install_pyuvm.sh` — installs pyuvm and pins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course Python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`docs/MODULE0.md` — assessment checklist mapping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 readiness to course progress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`requirements.txt` / `pyproject.toml` — dependency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versions consumed by pip install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Installation verification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`./scripts/module0.sh`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full install or per-tool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(`--verilator-mode`, `--cocotb-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mode`,…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`./scripts/module0.sh --verify-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only` confirms `verilator`,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`cocotb-config`, and importable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`pyuvm`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probes (`verilator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--version`, `python -c 'import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cocotb'`) catch PATH and venv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mistakes ea…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Smoke and regression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Treat install as the first regression: every tool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must pass before Module 1 labs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Re-run `--verify-only` after OS updates or submodule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pulls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failures in install logs; fix one layer 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 time (compiler → Verilator → Python packages)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Step-by-step lab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1. From repo root: `./scripts/module0.sh` (or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selective `--skip-*` flags if tools already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2. Activate venv: `source .venv/bin/activate`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3. Verify: `./scripts/module0.sh --verify-only`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 green checks for Verilator, cocotb, pyuvm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4. Optional manual probes: `verilator --version`,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`cocotb-config --version`, `python3 -c 'import py…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5. Record pass in MODULE0 assessment checklist;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proceed to Module 1 only when all probes succeed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Closure for Module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 criteria: all install scripts succeed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`--verify-only` reports required tools present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run a minimal cocotb compile in Module 1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only after Module 0 passes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 checklist in `docs/MODULE0.md` maps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 readiness to course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Operating System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 (Ubuntu/Debian, CentOS/RHEL, Fedora)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 (Intel and Apple Silicon)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 (WSL2 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Hardware Requirements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Minimum 4GB RAM (8GB+ 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10GB free disk space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Multi-core processor recommended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Software Prerequisites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3.8+ (3.10+ 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C/C++ compiler (GCC, Clang, or MSVC)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System Requirements and Prerequisites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 or Ninja build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Python Environment Setup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Installing Python 3.10+ on Linux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Installing Python 3.10+ on macOS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Installing Python 3.10+ on Windows/WSL2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Verifying Python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Environment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Python Environment Setup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`venv` (Python built-in)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`conda` (Anaconda/Miniconda)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`uv` or `rye` (modern Python package managers)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 for virtual environments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pip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Python Environment Setup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requirements.txt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Verilator?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Open-source Verilog/SystemVerilog simulator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Fast compilation and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with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Installation (Recommended)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the installation script: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script automatically: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Checks for existing installations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system dependencies (build tools,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libraries)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Sets up git submodule in `tools/verilator/`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Builds and installs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Verifies the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Installation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Linux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Ubuntu/Debian: `sudo apt-get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CentOS/RHEL: `sudo yum install verilator` or `sudo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dnf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Fedora: `sudo dnf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(latest features)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macOS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Homebrew installation: `brew install verilator`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MacPorts installation (alternative)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Windows/WSL2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Installing in WSL2 Ubuntu: `sudo apt-get install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verilator`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Building from source in WSL2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Verifying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Verilator version: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simple Verilator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Verilator Installation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compilation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cocotb Installation and Verification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cocotb?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Coroutine-based testbench framework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testbenches for hardware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abstraction layer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Installation (Recommended)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the installation script: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cocotb Installation and Verification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script automatically: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Creates/uses virtual environment (default: `.venv`)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Sets up git submodule in `tools/cocotb/` (if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submodule mode)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cocotb (via pip or from source)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Verifies the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cocotb Installation and Verification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Installation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pip installation (recommended):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Development installation from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pinning for stability: `pip install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cocotb==2.0.0`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cocotb Installation and Verification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Icarus Verilog configuration (alternative)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ModelSim/QuestaSim configuration (if available)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GHDL configuration (VHDL support)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Variables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`COCOTB_REDUCED_LOG_FMT`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cocotb Installation and Verification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`MODULE` and `TESTCASE`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`SIM` variable for simulator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cocotb successfully: `python3 -c "import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cocotb; print(cocotb.__version__)"`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simple cocotb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simulator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pyuvm Installation and Verification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pyuvm?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implementation of UVM 1.2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Works with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Full UVM methodology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Automated Installation (Recommended)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the installation script: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pyuvm Installation and Verification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script automatically: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Creates/uses virtual environment (default: `.venv`)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Sets up git submodule in `tools/pyuvm/` (if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submodule mode)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Installs pyuvm (via pip or from source)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Verifies the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pyuvm Installation and Verification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Manual Installation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pip installation: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 from source (development)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selection and compatibility: `pip install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pyuvm==2.9.0`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pyuvm Installation and Verification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pyuvm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Resolving dependency conflicts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Updating pyuvm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Steps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pyuvm successfully: `python3 -c "import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pyuvm; print(pyuvm.__version__)"`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pyuvm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pyuvm Installation and Verification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simple pyuvm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UVM classes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Recommended 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 with Python extension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PyCharm (Community or Professional)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Vim/Neovim with LSP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Emacs with Python support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VS Code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extension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Pylance/Pyright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 runner setup for simulations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Extension recommendations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PyCharm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interpreter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environment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configurations for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Editor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formatting (Black, Ruff)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IDE Setup and Configuration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Linting (pylint, flake8, ruff)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checking (mypy, pyright)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formatting on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Directory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Source code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directory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(Design Under Test)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files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`tools/` directory for git submodules (Verilator,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cocotb, pyuvm)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Submodules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Tools are managed as git submodules in the `tools/`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Initialize submodules: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`./scripts/init_submodules.sh` or `git submodule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update --init --recursive`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Update submodules: `./scripts/update_submodules.sh`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`git submodule update --remote`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 new submodule: `./scripts/add_submodule.sh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&lt;repo_url&gt; &lt;path&gt;`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Remove submodule: `./scripts/remove_submodule.sh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&lt;path&gt;`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Makefile/Configuration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Makefile for running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pytest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Makefile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variable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Project Structure Setup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.gitignore for Python and simulation (include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`.venv/`, `__pycache__/`, build artifacts)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commit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submodules in `.gitmodules`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Prerequisites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Ensure all tools are installed: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`./scripts/module0.sh --verify-only`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Activate virtual environment: `source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.venv/bin/activate` (if using venv)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tools are accessible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DUT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Verilog module (e.g., AND gate)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cocotb test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driving and reading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the test (requires Verilator and cocotb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 installed)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First "Hello World" Verification Test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pyuvm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UVM test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UVM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pyuvm test (requires cocotb and pyuvm to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Troubleshooting Common Issues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version conflicts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environment activation problems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Package installation failures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Troubleshooting Common Issues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Missing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Path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Simulator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Troubleshooting Common Issues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variable problems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loading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pyuvm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compatibility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Dependency 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Troubleshooting Common Issues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interpreter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 resolution problems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 not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Verification Checklist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3.10+ installed and working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environment created and activated (or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`./scripts/module0.sh` which creates it automatic…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installed and verified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script: `./scripts/install_verilator.sh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--from-submodule`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`verilator --version`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installed and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Verification Checklist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script: `./scripts/install_cocotb.sh --pip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--venv .venv`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`python3 -c "import cocotb;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print(cocotb.__version__)"`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pyuvm installed and verified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script: `./scripts/install_pyuvm.sh --pip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--venv .venv`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Verify: `python3 -c "import pyuvm;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print(pyuvm.__version__)"`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All tools verified together: `./scripts/module0.sh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--verify-only`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Verification Checklist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configured and working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test runs successfully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and run simple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basic project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Know how to get help when stuck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Full toolchain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`./scripts/module0.sh` — install Verilator, cocotb,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pyuvm with default modes into `.venv`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`./scripts/module0.sh --verilator-mode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--cocotb-mode pip --pyuvm-mode pip` — explicit mode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`./scripts/module0.sh --skip-verilator` — refresh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Python packages only when Verilator already prese…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Verify without reinstalling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`./scripts/module0.sh --verify-only` — probe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`verilator`, `cocotb-config`, and `import pyuvm`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`verilator --version` — confirms simulator on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after submodule or system install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`python3 -c "import cocotb, pyuvm; print('OK')"`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quick venv sanity check outside the 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Manual probes (debug)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`which verilator &amp;&amp; cocotb-config --version`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separate PATH issues from Python import failures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`source .venv/bin/activate` — required before manual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Python probes if `--no-venv` was not used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Re-run `--verify-only` after OS updates, submodule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pulls, or venv recreation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0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./scripts/module0.sh --help</a:t>
            </a:r>
          </a:p>
        </p:txBody>
      </p:sp>
      <p:pic>
        <p:nvPicPr>
          <p:cNvPr id="4" name="Picture 3" descr="module0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./scripts/module0.sh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 and configure all required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up a Python virtual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 and verify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 and verify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 and verify pyuvm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Configure your IDE for verification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Create a basic project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a simple verification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Troubleshoot common installation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Installation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First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IDE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install all required tools independently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set up Python virtual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Verilator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cocotb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verify pyuvm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configure IDE for verification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up development environment and verify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installation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Verify tools: verilator, cocotb, pyuvm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MODULE0.md)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module0/EXAMPLES.md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